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emf" ContentType="image/x-emf"/>
  <Default Extension="jpeg" ContentType="image/jpeg"/>
  <Override PartName="/docProps/app.xml" ContentType="application/vnd.openxmlformats-officedocument.extended-propertie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showSpecialPlsOnTitleSld="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6769"/>
    <p:restoredTop autoAdjust="0" sz="94694"/>
  </p:normalViewPr>
  <p:slideViewPr>
    <p:cSldViewPr snapToGrid="0" snapToObjects="1">
      <p:cViewPr varScale="1">
        <p:scale>
          <a:sx d="100" n="156"/>
          <a:sy d="100" n="156"/>
        </p:scale>
        <p:origin x="304" y="168"/>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5" Type="http://schemas.openxmlformats.org/officeDocument/2006/relationships/tableStyles" Target="tableStyles.xml" /><Relationship Id="rId14" Type="http://schemas.openxmlformats.org/officeDocument/2006/relationships/theme" Target="theme/theme1.xml" /><Relationship Id="rId1" Type="http://schemas.openxmlformats.org/officeDocument/2006/relationships/slideMaster" Target="slideMasters/slideMaster1.xml" /><Relationship Id="rId13" Type="http://schemas.openxmlformats.org/officeDocument/2006/relationships/viewProps" Target="viewProps.xml" /><Relationship Id="rId12"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2" name="Rectangle 15">
            <a:extLst>
              <a:ext uri="{FF2B5EF4-FFF2-40B4-BE49-F238E27FC236}">
                <a16:creationId xmlns:a16="http://schemas.microsoft.com/office/drawing/2014/main" id="{49DD2F0B-A9C6-A726-200C-FA7E2DA239AD}"/>
              </a:ext>
            </a:extLst>
          </p:cNvPr>
          <p:cNvSpPr>
            <a:spLocks noChangeArrowheads="1"/>
          </p:cNvSpPr>
          <p:nvPr userDrawn="1"/>
        </p:nvSpPr>
        <p:spPr bwMode="auto">
          <a:xfrm>
            <a:off x="0" y="1059582"/>
            <a:ext cx="9144000" cy="4083918"/>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lstStyle/>
          <a:p>
            <a:pPr algn="ctr" eaLnBrk="0" hangingPunct="0"/>
            <a:endParaRPr lang="de-DE" sz="1350" dirty="0">
              <a:latin typeface="Calibri"/>
            </a:endParaRPr>
          </a:p>
        </p:txBody>
      </p:sp>
      <p:pic>
        <p:nvPicPr>
          <p:cNvPr id="9" name="Bild 11">
            <a:extLst>
              <a:ext uri="{FF2B5EF4-FFF2-40B4-BE49-F238E27FC236}">
                <a16:creationId xmlns:a16="http://schemas.microsoft.com/office/drawing/2014/main" id="{DB7958CC-099E-2A28-4092-F633058A37AB}"/>
              </a:ext>
            </a:extLst>
          </p:cNvPr>
          <p:cNvPicPr>
            <a:picLocks noChangeAspect="1"/>
          </p:cNvPicPr>
          <p:nvPr userDrawn="1"/>
        </p:nvPicPr>
        <p:blipFill rotWithShape="1">
          <a:blip r:embed="rId2"/>
          <a:srcRect t="13071" r="6507" b="15333"/>
          <a:stretch/>
        </p:blipFill>
        <p:spPr>
          <a:xfrm>
            <a:off x="0" y="-1"/>
            <a:ext cx="2555776" cy="1059581"/>
          </a:xfrm>
          <a:prstGeom prst="rect">
            <a:avLst/>
          </a:prstGeom>
        </p:spPr>
      </p:pic>
      <p:sp>
        <p:nvSpPr>
          <p:cNvPr id="7" name="Textplatzhalter 2">
            <a:extLst>
              <a:ext uri="{FF2B5EF4-FFF2-40B4-BE49-F238E27FC236}">
                <a16:creationId xmlns:a16="http://schemas.microsoft.com/office/drawing/2014/main" id="{581169DE-CFC5-D5C3-030A-42249F00E7D5}"/>
              </a:ext>
            </a:extLst>
          </p:cNvPr>
          <p:cNvSpPr>
            <a:spLocks noGrp="1"/>
          </p:cNvSpPr>
          <p:nvPr>
            <p:ph type="body" sz="quarter" idx="13"/>
          </p:nvPr>
        </p:nvSpPr>
        <p:spPr>
          <a:xfrm>
            <a:off x="2555776" y="87474"/>
            <a:ext cx="6480720" cy="918102"/>
          </a:xfrm>
          <a:prstGeom prst="rect">
            <a:avLst/>
          </a:prstGeom>
        </p:spPr>
        <p:txBody>
          <a:bodyPr anchor="ctr"/>
          <a:lstStyle>
            <a:lvl1pPr marL="0" indent="0" algn="r">
              <a:buNone/>
              <a:defRPr sz="1200">
                <a:solidFill>
                  <a:schemeClr val="tx1"/>
                </a:solidFill>
              </a:defRPr>
            </a:lvl1pPr>
          </a:lstStyle>
          <a:p>
            <a:pPr lvl="0"/>
            <a:r>
              <a:rPr lang="de-DE" dirty="0"/>
              <a:t>Mastertextformat bearbeiten</a:t>
            </a:r>
          </a:p>
        </p:txBody>
      </p:sp>
      <p:sp>
        <p:nvSpPr>
          <p:cNvPr id="15" name="Rectangle 2">
            <a:extLst>
              <a:ext uri="{FF2B5EF4-FFF2-40B4-BE49-F238E27FC236}">
                <a16:creationId xmlns:a16="http://schemas.microsoft.com/office/drawing/2014/main" id="{4261C7F7-9097-300B-262E-22156D6B2BA5}"/>
              </a:ext>
            </a:extLst>
          </p:cNvPr>
          <p:cNvSpPr>
            <a:spLocks noGrp="1" noChangeArrowheads="1"/>
          </p:cNvSpPr>
          <p:nvPr>
            <p:ph type="ctrTitle"/>
          </p:nvPr>
        </p:nvSpPr>
        <p:spPr>
          <a:xfrm>
            <a:off x="2362200" y="2304306"/>
            <a:ext cx="6781800" cy="800100"/>
          </a:xfrm>
          <a:prstGeom prst="rect">
            <a:avLst/>
          </a:prstGeom>
          <a:ln>
            <a:noFill/>
          </a:ln>
        </p:spPr>
        <p:txBody>
          <a:bodyPr anchor="b"/>
          <a:lstStyle>
            <a:lvl1pPr algn="l">
              <a:defRPr sz="2100">
                <a:solidFill>
                  <a:schemeClr val="tx1"/>
                </a:solidFill>
              </a:defRPr>
            </a:lvl1pPr>
          </a:lstStyle>
          <a:p>
            <a:r>
              <a:rPr lang="de-DE" noProof="0"/>
              <a:t>Mastertitelformat bearbeiten</a:t>
            </a:r>
          </a:p>
        </p:txBody>
      </p:sp>
      <p:sp>
        <p:nvSpPr>
          <p:cNvPr id="16" name="Rectangle 3">
            <a:extLst>
              <a:ext uri="{FF2B5EF4-FFF2-40B4-BE49-F238E27FC236}">
                <a16:creationId xmlns:a16="http://schemas.microsoft.com/office/drawing/2014/main" id="{59A97546-537B-B6BE-2662-22CF5E946EF6}"/>
              </a:ext>
            </a:extLst>
          </p:cNvPr>
          <p:cNvSpPr>
            <a:spLocks noGrp="1" noChangeArrowheads="1"/>
          </p:cNvSpPr>
          <p:nvPr>
            <p:ph type="subTitle" idx="1"/>
          </p:nvPr>
        </p:nvSpPr>
        <p:spPr>
          <a:xfrm>
            <a:off x="2362200" y="3395207"/>
            <a:ext cx="6781800" cy="1137949"/>
          </a:xfrm>
          <a:prstGeom prst="rect">
            <a:avLst/>
          </a:prstGeom>
        </p:spPr>
        <p:txBody>
          <a:bodyPr anchor="b"/>
          <a:lstStyle>
            <a:lvl1pPr marL="0" indent="0" algn="l">
              <a:buFontTx/>
              <a:buNone/>
              <a:defRPr sz="1500">
                <a:solidFill>
                  <a:srgbClr val="000000"/>
                </a:solidFill>
              </a:defRPr>
            </a:lvl1pPr>
          </a:lstStyle>
          <a:p>
            <a:r>
              <a:rPr lang="de-DE" noProof="0"/>
              <a:t>Master-Untertitelformat bearbeiten</a:t>
            </a:r>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B50D7558-0277-B566-1639-C35719A3BFBA}"/>
              </a:ext>
            </a:extLst>
          </p:cNvPr>
          <p:cNvSpPr>
            <a:spLocks noGrp="1"/>
          </p:cNvSpPr>
          <p:nvPr>
            <p:ph sz="quarter" idx="13"/>
          </p:nvPr>
        </p:nvSpPr>
        <p:spPr>
          <a:xfrm>
            <a:off x="457200" y="914400"/>
            <a:ext cx="8458200" cy="41148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4" name="Date Placeholder 3"/>
          <p:cNvSpPr>
            <a:spLocks noGrp="1"/>
          </p:cNvSpPr>
          <p:nvPr>
            <p:ph type="dt" sz="half" idx="10"/>
          </p:nvPr>
        </p:nvSpPr>
        <p:spPr/>
        <p:txBody>
          <a:bodyPr/>
          <a:lstStyle/>
          <a:p>
            <a:fld id="{1A560FF0-08EB-B743-9A2A-F5F52125B889}" type="datetime1">
              <a:rPr lang="de-DE" smtClean="0"/>
              <a:t>12.10.23</a:t>
            </a:fld>
            <a:endParaRPr lang="en-US"/>
          </a:p>
        </p:txBody>
      </p:sp>
      <p:sp>
        <p:nvSpPr>
          <p:cNvPr id="5" name="Footer Placeholder 4"/>
          <p:cNvSpPr>
            <a:spLocks noGrp="1"/>
          </p:cNvSpPr>
          <p:nvPr>
            <p:ph type="ftr" sz="quarter" idx="11"/>
          </p:nvPr>
        </p:nvSpPr>
        <p:spPr>
          <a:xfrm>
            <a:off x="3124200" y="4964523"/>
            <a:ext cx="2895600" cy="172800"/>
          </a:xfrm>
          <a:prstGeom prst="rect">
            <a:avLst/>
          </a:prstGeom>
        </p:spPr>
        <p:txBody>
          <a:bodyPr/>
          <a:lstStyle/>
          <a:p>
            <a:endParaRPr lang="en-US"/>
          </a:p>
        </p:txBody>
      </p:sp>
      <p:sp>
        <p:nvSpPr>
          <p:cNvPr id="6" name="Slide Number Placeholder 5"/>
          <p:cNvSpPr>
            <a:spLocks noGrp="1"/>
          </p:cNvSpPr>
          <p:nvPr>
            <p:ph type="sldNum" sz="quarter" idx="12"/>
          </p:nvPr>
        </p:nvSpPr>
        <p:spPr>
          <a:xfrm>
            <a:off x="457200" y="4975323"/>
            <a:ext cx="2133600" cy="162000"/>
          </a:xfrm>
        </p:spPr>
        <p:txBody>
          <a:bodyPr/>
          <a:lstStyle/>
          <a:p>
            <a:fld id="{C5EF2332-01BF-834F-8236-50238282D533}" type="slidenum">
              <a:rPr lang="en-US" smtClean="0"/>
              <a:t>‹Nr.›</a:t>
            </a:fld>
            <a:endParaRPr lang="en-US"/>
          </a:p>
        </p:txBody>
      </p:sp>
      <p:sp>
        <p:nvSpPr>
          <p:cNvPr id="8" name="Rectangle 3">
            <a:extLst>
              <a:ext uri="{FF2B5EF4-FFF2-40B4-BE49-F238E27FC236}">
                <a16:creationId xmlns:a16="http://schemas.microsoft.com/office/drawing/2014/main" id="{3F0FD5E3-F545-0298-9271-AD6BB0887C77}"/>
              </a:ext>
            </a:extLst>
          </p:cNvPr>
          <p:cNvSpPr>
            <a:spLocks noGrp="1" noChangeArrowheads="1"/>
          </p:cNvSpPr>
          <p:nvPr>
            <p:ph type="title"/>
          </p:nvPr>
        </p:nvSpPr>
        <p:spPr bwMode="auto">
          <a:xfrm>
            <a:off x="457200" y="87474"/>
            <a:ext cx="8458200" cy="769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de-DE" noProof="0"/>
              <a:t>Mastertitelformat bearbeiten</a:t>
            </a:r>
          </a:p>
        </p:txBody>
      </p:sp>
      <p:sp>
        <p:nvSpPr>
          <p:cNvPr id="14" name="Inhaltsplatzhalter 6">
            <a:extLst>
              <a:ext uri="{FF2B5EF4-FFF2-40B4-BE49-F238E27FC236}">
                <a16:creationId xmlns:a16="http://schemas.microsoft.com/office/drawing/2014/main" id="{3C176131-CF8D-30B4-EC60-3AD0BF6DD5F2}"/>
              </a:ext>
            </a:extLst>
          </p:cNvPr>
          <p:cNvSpPr>
            <a:spLocks noGrp="1"/>
          </p:cNvSpPr>
          <p:nvPr>
            <p:ph sz="quarter" idx="14"/>
          </p:nvPr>
        </p:nvSpPr>
        <p:spPr>
          <a:xfrm>
            <a:off x="2195736" y="564561"/>
            <a:ext cx="6714008" cy="283369"/>
          </a:xfrm>
        </p:spPr>
        <p:txBody>
          <a:bodyPr anchor="b"/>
          <a:lstStyle>
            <a:lvl1pPr marL="0" indent="0" algn="r">
              <a:buNone/>
              <a:defRPr sz="1350"/>
            </a:lvl1pPr>
            <a:lvl2pPr algn="r">
              <a:defRPr/>
            </a:lvl2pPr>
            <a:lvl3pPr algn="r">
              <a:defRPr/>
            </a:lvl3pPr>
            <a:lvl4pPr algn="r">
              <a:defRPr/>
            </a:lvl4pPr>
            <a:lvl5pPr algn="r">
              <a:defRPr/>
            </a:lvl5pPr>
          </a:lstStyle>
          <a:p>
            <a:pPr lvl="0"/>
            <a:r>
              <a:rPr lang="de-DE" dirty="0"/>
              <a:t>Formatvorlagen des Textmasters bearbeiten</a:t>
            </a:r>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62200" y="3155206"/>
            <a:ext cx="6781800" cy="591294"/>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0279D931-1A6D-F948-8726-124DADEE51A2}" type="datetime1">
              <a:rPr lang="de-DE" smtClean="0"/>
              <a:t>12.10.23</a:t>
            </a:fld>
            <a:endParaRPr lang="en-US"/>
          </a:p>
        </p:txBody>
      </p:sp>
      <p:sp>
        <p:nvSpPr>
          <p:cNvPr id="5" name="Footer Placeholder 4"/>
          <p:cNvSpPr>
            <a:spLocks noGrp="1"/>
          </p:cNvSpPr>
          <p:nvPr>
            <p:ph type="ftr" sz="quarter" idx="11"/>
          </p:nvPr>
        </p:nvSpPr>
        <p:spPr>
          <a:xfrm>
            <a:off x="3124200" y="4964523"/>
            <a:ext cx="2895600" cy="172800"/>
          </a:xfrm>
          <a:prstGeom prst="rect">
            <a:avLst/>
          </a:prstGeom>
        </p:spPr>
        <p:txBody>
          <a:bodyPr/>
          <a:lstStyle/>
          <a:p>
            <a:endParaRPr lang="en-US"/>
          </a:p>
        </p:txBody>
      </p:sp>
      <p:sp>
        <p:nvSpPr>
          <p:cNvPr id="6" name="Slide Number Placeholder 5"/>
          <p:cNvSpPr>
            <a:spLocks noGrp="1"/>
          </p:cNvSpPr>
          <p:nvPr>
            <p:ph type="sldNum" sz="quarter" idx="12"/>
          </p:nvPr>
        </p:nvSpPr>
        <p:spPr>
          <a:xfrm>
            <a:off x="457200" y="4975323"/>
            <a:ext cx="2133600" cy="162000"/>
          </a:xfrm>
        </p:spPr>
        <p:txBody>
          <a:bodyPr/>
          <a:lstStyle/>
          <a:p>
            <a:fld id="{C5EF2332-01BF-834F-8236-50238282D533}" type="slidenum">
              <a:rPr lang="en-US" smtClean="0"/>
              <a:t>‹Nr.›</a:t>
            </a:fld>
            <a:endParaRPr lang="en-US"/>
          </a:p>
        </p:txBody>
      </p:sp>
      <p:sp>
        <p:nvSpPr>
          <p:cNvPr id="8" name="Rectangle 2">
            <a:extLst>
              <a:ext uri="{FF2B5EF4-FFF2-40B4-BE49-F238E27FC236}">
                <a16:creationId xmlns:a16="http://schemas.microsoft.com/office/drawing/2014/main" id="{830C8BBD-2FA8-092E-1A14-06365FFAFEF5}"/>
              </a:ext>
            </a:extLst>
          </p:cNvPr>
          <p:cNvSpPr>
            <a:spLocks noGrp="1" noChangeArrowheads="1"/>
          </p:cNvSpPr>
          <p:nvPr>
            <p:ph type="ctrTitle"/>
          </p:nvPr>
        </p:nvSpPr>
        <p:spPr>
          <a:xfrm>
            <a:off x="2362200" y="2304306"/>
            <a:ext cx="6781800" cy="800100"/>
          </a:xfrm>
          <a:ln>
            <a:noFill/>
          </a:ln>
        </p:spPr>
        <p:txBody>
          <a:bodyPr/>
          <a:lstStyle>
            <a:lvl1pPr algn="l">
              <a:defRPr sz="2100">
                <a:solidFill>
                  <a:schemeClr val="tx1"/>
                </a:solidFill>
              </a:defRPr>
            </a:lvl1pPr>
          </a:lstStyle>
          <a:p>
            <a:r>
              <a:rPr lang="de-DE" dirty="0"/>
              <a:t>Mastertitelformat bearbeiten</a:t>
            </a:r>
          </a:p>
        </p:txBody>
      </p:sp>
      <p:sp>
        <p:nvSpPr>
          <p:cNvPr id="9" name="Rectangle 3">
            <a:extLst>
              <a:ext uri="{FF2B5EF4-FFF2-40B4-BE49-F238E27FC236}">
                <a16:creationId xmlns:a16="http://schemas.microsoft.com/office/drawing/2014/main" id="{36055A32-295A-914F-EE8A-CFAE2D8ACD51}"/>
              </a:ext>
            </a:extLst>
          </p:cNvPr>
          <p:cNvSpPr>
            <a:spLocks noGrp="1" noChangeArrowheads="1"/>
          </p:cNvSpPr>
          <p:nvPr>
            <p:ph type="subTitle" idx="13"/>
          </p:nvPr>
        </p:nvSpPr>
        <p:spPr>
          <a:xfrm>
            <a:off x="2362200" y="3790206"/>
            <a:ext cx="6781800" cy="742950"/>
          </a:xfrm>
        </p:spPr>
        <p:txBody>
          <a:bodyPr/>
          <a:lstStyle>
            <a:lvl1pPr marL="0" indent="0" algn="l">
              <a:buFontTx/>
              <a:buNone/>
              <a:defRPr sz="1500">
                <a:solidFill>
                  <a:srgbClr val="000000"/>
                </a:solidFill>
              </a:defRPr>
            </a:lvl1pPr>
          </a:lstStyle>
          <a:p>
            <a:r>
              <a:rPr lang="de-DE"/>
              <a:t>Master-Untertitelformat bearbeiten</a:t>
            </a:r>
          </a:p>
        </p:txBody>
      </p:sp>
      <p:sp>
        <p:nvSpPr>
          <p:cNvPr id="13" name="Textplatzhalter 2">
            <a:extLst>
              <a:ext uri="{FF2B5EF4-FFF2-40B4-BE49-F238E27FC236}">
                <a16:creationId xmlns:a16="http://schemas.microsoft.com/office/drawing/2014/main" id="{465640ED-7619-B7D0-3D38-7810D1F8AA00}"/>
              </a:ext>
            </a:extLst>
          </p:cNvPr>
          <p:cNvSpPr>
            <a:spLocks noGrp="1"/>
          </p:cNvSpPr>
          <p:nvPr>
            <p:ph type="body" sz="quarter" idx="14"/>
          </p:nvPr>
        </p:nvSpPr>
        <p:spPr>
          <a:xfrm>
            <a:off x="2555776" y="87474"/>
            <a:ext cx="6480720" cy="918102"/>
          </a:xfrm>
        </p:spPr>
        <p:txBody>
          <a:bodyPr anchor="ctr"/>
          <a:lstStyle>
            <a:lvl1pPr marL="0" indent="0" algn="r">
              <a:buNone/>
              <a:defRPr sz="1200">
                <a:solidFill>
                  <a:schemeClr val="tx1"/>
                </a:solidFill>
              </a:defRPr>
            </a:lvl1pPr>
          </a:lstStyle>
          <a:p>
            <a:pPr lvl="0"/>
            <a:r>
              <a:rPr lang="de-DE" dirty="0"/>
              <a:t>Mastertextformat bearbeiten</a:t>
            </a:r>
          </a:p>
        </p:txBody>
      </p:sp>
      <p:cxnSp>
        <p:nvCxnSpPr>
          <p:cNvPr id="15" name="Gerade Verbindung 14">
            <a:extLst>
              <a:ext uri="{FF2B5EF4-FFF2-40B4-BE49-F238E27FC236}">
                <a16:creationId xmlns:a16="http://schemas.microsoft.com/office/drawing/2014/main" id="{5CA3F0CE-0993-859C-C3A5-86BA05192351}"/>
              </a:ext>
            </a:extLst>
          </p:cNvPr>
          <p:cNvCxnSpPr/>
          <p:nvPr userDrawn="1"/>
        </p:nvCxnSpPr>
        <p:spPr>
          <a:xfrm>
            <a:off x="0" y="1437625"/>
            <a:ext cx="9144000" cy="0"/>
          </a:xfrm>
          <a:prstGeom prst="line">
            <a:avLst/>
          </a:prstGeom>
          <a:ln w="25400">
            <a:solidFill>
              <a:srgbClr val="B3B3B3"/>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5EF483A-9A3D-304F-A719-372744F04D65}" type="datetime1">
              <a:rPr lang="de-DE" smtClean="0"/>
              <a:t>12.10.23</a:t>
            </a:fld>
            <a:endParaRPr lang="en-US"/>
          </a:p>
        </p:txBody>
      </p:sp>
      <p:sp>
        <p:nvSpPr>
          <p:cNvPr id="6" name="Footer Placeholder 5"/>
          <p:cNvSpPr>
            <a:spLocks noGrp="1"/>
          </p:cNvSpPr>
          <p:nvPr>
            <p:ph type="ftr" sz="quarter" idx="11"/>
          </p:nvPr>
        </p:nvSpPr>
        <p:spPr>
          <a:xfrm>
            <a:off x="3124200" y="4964523"/>
            <a:ext cx="2895600" cy="172800"/>
          </a:xfrm>
          <a:prstGeom prst="rect">
            <a:avLst/>
          </a:prstGeom>
        </p:spPr>
        <p:txBody>
          <a:bodyPr/>
          <a:lstStyle/>
          <a:p>
            <a:endParaRPr lang="en-US"/>
          </a:p>
        </p:txBody>
      </p:sp>
      <p:sp>
        <p:nvSpPr>
          <p:cNvPr id="7" name="Slide Number Placeholder 6"/>
          <p:cNvSpPr>
            <a:spLocks noGrp="1"/>
          </p:cNvSpPr>
          <p:nvPr>
            <p:ph type="sldNum" sz="quarter" idx="12"/>
          </p:nvPr>
        </p:nvSpPr>
        <p:spPr>
          <a:xfrm>
            <a:off x="457200" y="4975323"/>
            <a:ext cx="2133600" cy="162000"/>
          </a:xfrm>
        </p:spPr>
        <p:txBody>
          <a:bodyPr/>
          <a:lstStyle/>
          <a:p>
            <a:fld id="{C5EF2332-01BF-834F-8236-50238282D533}" type="slidenum">
              <a:rPr lang="en-US" smtClean="0"/>
              <a:t>‹Nr.›</a:t>
            </a:fld>
            <a:endParaRPr lang="en-US"/>
          </a:p>
        </p:txBody>
      </p:sp>
      <p:sp>
        <p:nvSpPr>
          <p:cNvPr id="8" name="Rectangle 3">
            <a:extLst>
              <a:ext uri="{FF2B5EF4-FFF2-40B4-BE49-F238E27FC236}">
                <a16:creationId xmlns:a16="http://schemas.microsoft.com/office/drawing/2014/main" id="{CBED5544-6AB7-474B-90E7-556198826284}"/>
              </a:ext>
            </a:extLst>
          </p:cNvPr>
          <p:cNvSpPr>
            <a:spLocks noGrp="1" noChangeArrowheads="1"/>
          </p:cNvSpPr>
          <p:nvPr>
            <p:ph type="title"/>
          </p:nvPr>
        </p:nvSpPr>
        <p:spPr bwMode="auto">
          <a:xfrm>
            <a:off x="457200" y="87474"/>
            <a:ext cx="8458200" cy="769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de-DE" dirty="0"/>
              <a:t>Mastertitelformat bearbeiten</a:t>
            </a:r>
          </a:p>
        </p:txBody>
      </p:sp>
      <p:sp>
        <p:nvSpPr>
          <p:cNvPr id="9" name="Inhaltsplatzhalter 2">
            <a:extLst>
              <a:ext uri="{FF2B5EF4-FFF2-40B4-BE49-F238E27FC236}">
                <a16:creationId xmlns:a16="http://schemas.microsoft.com/office/drawing/2014/main" id="{77676249-2B82-B4B1-C480-4A6FF829342D}"/>
              </a:ext>
            </a:extLst>
          </p:cNvPr>
          <p:cNvSpPr>
            <a:spLocks noGrp="1"/>
          </p:cNvSpPr>
          <p:nvPr>
            <p:ph sz="half" idx="1"/>
          </p:nvPr>
        </p:nvSpPr>
        <p:spPr>
          <a:xfrm>
            <a:off x="457200" y="914400"/>
            <a:ext cx="4152900" cy="4114800"/>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 name="Inhaltsplatzhalter 3">
            <a:extLst>
              <a:ext uri="{FF2B5EF4-FFF2-40B4-BE49-F238E27FC236}">
                <a16:creationId xmlns:a16="http://schemas.microsoft.com/office/drawing/2014/main" id="{E99AAAEA-D479-7EDD-3465-84A8C36EFD8C}"/>
              </a:ext>
            </a:extLst>
          </p:cNvPr>
          <p:cNvSpPr>
            <a:spLocks noGrp="1"/>
          </p:cNvSpPr>
          <p:nvPr>
            <p:ph sz="half" idx="2"/>
          </p:nvPr>
        </p:nvSpPr>
        <p:spPr>
          <a:xfrm>
            <a:off x="4762500" y="914400"/>
            <a:ext cx="4152900" cy="4114800"/>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Inhaltsplatzhalter 6">
            <a:extLst>
              <a:ext uri="{FF2B5EF4-FFF2-40B4-BE49-F238E27FC236}">
                <a16:creationId xmlns:a16="http://schemas.microsoft.com/office/drawing/2014/main" id="{75433837-3776-1443-F388-69D7B044E4E5}"/>
              </a:ext>
            </a:extLst>
          </p:cNvPr>
          <p:cNvSpPr>
            <a:spLocks noGrp="1"/>
          </p:cNvSpPr>
          <p:nvPr>
            <p:ph sz="quarter" idx="14"/>
          </p:nvPr>
        </p:nvSpPr>
        <p:spPr>
          <a:xfrm>
            <a:off x="2195736" y="564561"/>
            <a:ext cx="6714008" cy="283369"/>
          </a:xfrm>
        </p:spPr>
        <p:txBody>
          <a:bodyPr anchor="b"/>
          <a:lstStyle>
            <a:lvl1pPr marL="0" indent="0" algn="r">
              <a:buNone/>
              <a:defRPr sz="1350"/>
            </a:lvl1pPr>
            <a:lvl2pPr algn="r">
              <a:defRPr/>
            </a:lvl2pPr>
            <a:lvl3pPr algn="r">
              <a:defRPr/>
            </a:lvl3pPr>
            <a:lvl4pPr algn="r">
              <a:defRPr/>
            </a:lvl4pPr>
            <a:lvl5pPr algn="r">
              <a:defRPr/>
            </a:lvl5pPr>
          </a:lstStyle>
          <a:p>
            <a:pPr lvl="0"/>
            <a:r>
              <a:rPr lang="de-DE" dirty="0"/>
              <a:t>Formatvorlagen des Textmasters bearbeiten</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6FE8984-0F12-A742-922A-A8090EF07157}" type="datetime1">
              <a:rPr lang="de-DE" smtClean="0"/>
              <a:t>12.10.23</a:t>
            </a:fld>
            <a:endParaRPr lang="en-US"/>
          </a:p>
        </p:txBody>
      </p:sp>
      <p:sp>
        <p:nvSpPr>
          <p:cNvPr id="6" name="Footer Placeholder 5"/>
          <p:cNvSpPr>
            <a:spLocks noGrp="1"/>
          </p:cNvSpPr>
          <p:nvPr>
            <p:ph type="ftr" sz="quarter" idx="11"/>
          </p:nvPr>
        </p:nvSpPr>
        <p:spPr>
          <a:xfrm>
            <a:off x="3124200" y="4964523"/>
            <a:ext cx="2895600" cy="172800"/>
          </a:xfrm>
          <a:prstGeom prst="rect">
            <a:avLst/>
          </a:prstGeom>
        </p:spPr>
        <p:txBody>
          <a:bodyPr/>
          <a:lstStyle/>
          <a:p>
            <a:endParaRPr lang="en-US"/>
          </a:p>
        </p:txBody>
      </p:sp>
      <p:sp>
        <p:nvSpPr>
          <p:cNvPr id="7" name="Slide Number Placeholder 6"/>
          <p:cNvSpPr>
            <a:spLocks noGrp="1"/>
          </p:cNvSpPr>
          <p:nvPr>
            <p:ph type="sldNum" sz="quarter" idx="12"/>
          </p:nvPr>
        </p:nvSpPr>
        <p:spPr>
          <a:xfrm>
            <a:off x="457200" y="4975323"/>
            <a:ext cx="2133600" cy="162000"/>
          </a:xfrm>
        </p:spPr>
        <p:txBody>
          <a:bodyPr/>
          <a:lstStyle/>
          <a:p>
            <a:fld id="{C5EF2332-01BF-834F-8236-50238282D533}" type="slidenum">
              <a:rPr lang="en-US" smtClean="0"/>
              <a:t>‹Nr.›</a:t>
            </a:fld>
            <a:endParaRPr lang="en-US"/>
          </a:p>
        </p:txBody>
      </p:sp>
      <p:sp>
        <p:nvSpPr>
          <p:cNvPr id="8" name="Rectangle 3">
            <a:extLst>
              <a:ext uri="{FF2B5EF4-FFF2-40B4-BE49-F238E27FC236}">
                <a16:creationId xmlns:a16="http://schemas.microsoft.com/office/drawing/2014/main" id="{CBED5544-6AB7-474B-90E7-556198826284}"/>
              </a:ext>
            </a:extLst>
          </p:cNvPr>
          <p:cNvSpPr>
            <a:spLocks noGrp="1" noChangeArrowheads="1"/>
          </p:cNvSpPr>
          <p:nvPr>
            <p:ph type="title"/>
          </p:nvPr>
        </p:nvSpPr>
        <p:spPr bwMode="auto">
          <a:xfrm>
            <a:off x="457200" y="87474"/>
            <a:ext cx="8458200" cy="769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p>
            <a:pPr lvl="0"/>
            <a:r>
              <a:rPr lang="de-DE" dirty="0"/>
              <a:t>Mastertitelformat bearbeiten</a:t>
            </a:r>
          </a:p>
        </p:txBody>
      </p:sp>
      <p:sp>
        <p:nvSpPr>
          <p:cNvPr id="9" name="Inhaltsplatzhalter 2">
            <a:extLst>
              <a:ext uri="{FF2B5EF4-FFF2-40B4-BE49-F238E27FC236}">
                <a16:creationId xmlns:a16="http://schemas.microsoft.com/office/drawing/2014/main" id="{77676249-2B82-B4B1-C480-4A6FF829342D}"/>
              </a:ext>
            </a:extLst>
          </p:cNvPr>
          <p:cNvSpPr>
            <a:spLocks noGrp="1"/>
          </p:cNvSpPr>
          <p:nvPr>
            <p:ph sz="half" idx="1"/>
          </p:nvPr>
        </p:nvSpPr>
        <p:spPr>
          <a:xfrm>
            <a:off x="457200" y="914400"/>
            <a:ext cx="4152900" cy="4114800"/>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 name="Inhaltsplatzhalter 3">
            <a:extLst>
              <a:ext uri="{FF2B5EF4-FFF2-40B4-BE49-F238E27FC236}">
                <a16:creationId xmlns:a16="http://schemas.microsoft.com/office/drawing/2014/main" id="{E99AAAEA-D479-7EDD-3465-84A8C36EFD8C}"/>
              </a:ext>
            </a:extLst>
          </p:cNvPr>
          <p:cNvSpPr>
            <a:spLocks noGrp="1"/>
          </p:cNvSpPr>
          <p:nvPr>
            <p:ph sz="half" idx="2"/>
          </p:nvPr>
        </p:nvSpPr>
        <p:spPr>
          <a:xfrm>
            <a:off x="4762500" y="914400"/>
            <a:ext cx="4152900" cy="4114800"/>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Inhaltsplatzhalter 6">
            <a:extLst>
              <a:ext uri="{FF2B5EF4-FFF2-40B4-BE49-F238E27FC236}">
                <a16:creationId xmlns:a16="http://schemas.microsoft.com/office/drawing/2014/main" id="{B6522C21-1C9E-4CF8-EE22-311F1A9CC3B0}"/>
              </a:ext>
            </a:extLst>
          </p:cNvPr>
          <p:cNvSpPr>
            <a:spLocks noGrp="1"/>
          </p:cNvSpPr>
          <p:nvPr>
            <p:ph sz="quarter" idx="14"/>
          </p:nvPr>
        </p:nvSpPr>
        <p:spPr>
          <a:xfrm>
            <a:off x="2195736" y="564561"/>
            <a:ext cx="6714008" cy="283369"/>
          </a:xfrm>
        </p:spPr>
        <p:txBody>
          <a:bodyPr anchor="b"/>
          <a:lstStyle>
            <a:lvl1pPr marL="0" indent="0" algn="r">
              <a:buNone/>
              <a:defRPr sz="1350"/>
            </a:lvl1pPr>
            <a:lvl2pPr algn="r">
              <a:defRPr/>
            </a:lvl2pPr>
            <a:lvl3pPr algn="r">
              <a:defRPr/>
            </a:lvl3pPr>
            <a:lvl4pPr algn="r">
              <a:defRPr/>
            </a:lvl4pPr>
            <a:lvl5pPr algn="r">
              <a:defRPr/>
            </a:lvl5pPr>
          </a:lstStyle>
          <a:p>
            <a:pPr lvl="0"/>
            <a:r>
              <a:rPr lang="de-DE" dirty="0"/>
              <a:t>Formatvorlagen des Textmasters bearbeiten</a:t>
            </a:r>
          </a:p>
        </p:txBody>
      </p:sp>
    </p:spTree>
    <p:extLst>
      <p:ext uri="{BB962C8B-B14F-4D97-AF65-F5344CB8AC3E}">
        <p14:creationId xmlns:p14="http://schemas.microsoft.com/office/powerpoint/2010/main" val="1775858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781800" y="4975323"/>
            <a:ext cx="2133600" cy="162000"/>
          </a:xfrm>
        </p:spPr>
        <p:txBody>
          <a:bodyPr/>
          <a:lstStyle/>
          <a:p>
            <a:fld id="{42F3ABDC-3C3B-494D-B84A-B0531873F86E}" type="datetime1">
              <a:rPr lang="de-DE" smtClean="0"/>
              <a:t>12.10.23</a:t>
            </a:fld>
            <a:endParaRPr lang="en-US"/>
          </a:p>
        </p:txBody>
      </p:sp>
      <p:sp>
        <p:nvSpPr>
          <p:cNvPr id="4" name="Footer Placeholder 3"/>
          <p:cNvSpPr>
            <a:spLocks noGrp="1"/>
          </p:cNvSpPr>
          <p:nvPr>
            <p:ph type="ftr" sz="quarter" idx="11"/>
          </p:nvPr>
        </p:nvSpPr>
        <p:spPr>
          <a:xfrm>
            <a:off x="3124200" y="4964523"/>
            <a:ext cx="2895600" cy="172800"/>
          </a:xfrm>
          <a:prstGeom prst="rect">
            <a:avLst/>
          </a:prstGeom>
        </p:spPr>
        <p:txBody>
          <a:bodyPr/>
          <a:lstStyle/>
          <a:p>
            <a:endParaRPr lang="en-US"/>
          </a:p>
        </p:txBody>
      </p:sp>
      <p:sp>
        <p:nvSpPr>
          <p:cNvPr id="5" name="Slide Number Placeholder 4"/>
          <p:cNvSpPr>
            <a:spLocks noGrp="1"/>
          </p:cNvSpPr>
          <p:nvPr>
            <p:ph type="sldNum" sz="quarter" idx="12"/>
          </p:nvPr>
        </p:nvSpPr>
        <p:spPr>
          <a:xfrm>
            <a:off x="457200" y="4975323"/>
            <a:ext cx="2133600" cy="162000"/>
          </a:xfrm>
        </p:spPr>
        <p:txBody>
          <a:bodyPr/>
          <a:lstStyle/>
          <a:p>
            <a:fld id="{C5EF2332-01BF-834F-8236-50238282D533}" type="slidenum">
              <a:rPr lang="en-US" smtClean="0"/>
              <a:t>‹Nr.›</a:t>
            </a:fld>
            <a:endParaRPr lang="en-US"/>
          </a:p>
        </p:txBody>
      </p:sp>
      <p:sp>
        <p:nvSpPr>
          <p:cNvPr id="6" name="Rectangle 3">
            <a:extLst>
              <a:ext uri="{FF2B5EF4-FFF2-40B4-BE49-F238E27FC236}">
                <a16:creationId xmlns:a16="http://schemas.microsoft.com/office/drawing/2014/main" id="{C568A968-5A78-2EBB-D5E8-2465A9DA32D5}"/>
              </a:ext>
            </a:extLst>
          </p:cNvPr>
          <p:cNvSpPr>
            <a:spLocks noGrp="1" noChangeArrowheads="1"/>
          </p:cNvSpPr>
          <p:nvPr>
            <p:ph type="title"/>
          </p:nvPr>
        </p:nvSpPr>
        <p:spPr bwMode="auto">
          <a:xfrm>
            <a:off x="457200" y="87474"/>
            <a:ext cx="8458200" cy="769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de-DE" dirty="0"/>
              <a:t>Mastertitelformat bearbeiten</a:t>
            </a:r>
          </a:p>
        </p:txBody>
      </p:sp>
      <p:sp>
        <p:nvSpPr>
          <p:cNvPr id="7" name="Inhaltsplatzhalter 6">
            <a:extLst>
              <a:ext uri="{FF2B5EF4-FFF2-40B4-BE49-F238E27FC236}">
                <a16:creationId xmlns:a16="http://schemas.microsoft.com/office/drawing/2014/main" id="{ED75DC8B-70F6-0450-37E6-B7FDA68F9414}"/>
              </a:ext>
            </a:extLst>
          </p:cNvPr>
          <p:cNvSpPr>
            <a:spLocks noGrp="1"/>
          </p:cNvSpPr>
          <p:nvPr>
            <p:ph sz="quarter" idx="14"/>
          </p:nvPr>
        </p:nvSpPr>
        <p:spPr>
          <a:xfrm>
            <a:off x="2195736" y="564561"/>
            <a:ext cx="6714008" cy="283369"/>
          </a:xfrm>
        </p:spPr>
        <p:txBody>
          <a:bodyPr anchor="b"/>
          <a:lstStyle>
            <a:lvl1pPr marL="0" indent="0" algn="r">
              <a:buNone/>
              <a:defRPr sz="1350"/>
            </a:lvl1pPr>
            <a:lvl2pPr algn="r">
              <a:defRPr/>
            </a:lvl2pPr>
            <a:lvl3pPr algn="r">
              <a:defRPr/>
            </a:lvl3pPr>
            <a:lvl4pPr algn="r">
              <a:defRPr/>
            </a:lvl4pPr>
            <a:lvl5pPr algn="r">
              <a:defRPr/>
            </a:lvl5pPr>
          </a:lstStyle>
          <a:p>
            <a:pPr lvl="0"/>
            <a:r>
              <a:rPr lang="de-DE" dirty="0"/>
              <a:t>Formatvorlagen des Textmasters bearbeiten</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781800" y="4975323"/>
            <a:ext cx="2133600" cy="162000"/>
          </a:xfrm>
        </p:spPr>
        <p:txBody>
          <a:bodyPr/>
          <a:lstStyle/>
          <a:p>
            <a:fld id="{B0292DBD-1927-7D43-8995-60BC088FAE68}" type="datetime1">
              <a:rPr lang="de-DE" smtClean="0"/>
              <a:t>12.10.23</a:t>
            </a:fld>
            <a:endParaRPr lang="en-US"/>
          </a:p>
        </p:txBody>
      </p:sp>
      <p:sp>
        <p:nvSpPr>
          <p:cNvPr id="3" name="Footer Placeholder 2"/>
          <p:cNvSpPr>
            <a:spLocks noGrp="1"/>
          </p:cNvSpPr>
          <p:nvPr>
            <p:ph type="ftr" sz="quarter" idx="11"/>
          </p:nvPr>
        </p:nvSpPr>
        <p:spPr>
          <a:xfrm>
            <a:off x="3124200" y="4964523"/>
            <a:ext cx="2895600" cy="172800"/>
          </a:xfrm>
          <a:prstGeom prst="rect">
            <a:avLst/>
          </a:prstGeom>
        </p:spPr>
        <p:txBody>
          <a:bodyPr/>
          <a:lstStyle/>
          <a:p>
            <a:endParaRPr lang="en-US"/>
          </a:p>
        </p:txBody>
      </p:sp>
      <p:sp>
        <p:nvSpPr>
          <p:cNvPr id="4" name="Slide Number Placeholder 3"/>
          <p:cNvSpPr>
            <a:spLocks noGrp="1"/>
          </p:cNvSpPr>
          <p:nvPr>
            <p:ph type="sldNum" sz="quarter" idx="12"/>
          </p:nvPr>
        </p:nvSpPr>
        <p:spPr>
          <a:xfrm>
            <a:off x="457200" y="4975323"/>
            <a:ext cx="2133600" cy="162000"/>
          </a:xfrm>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57201" y="914400"/>
            <a:ext cx="3008313" cy="4114800"/>
          </a:xfrm>
          <a:prstGeom prst="rect">
            <a:avLst/>
          </a:prstGeom>
        </p:spPr>
        <p:txBody>
          <a:bodyPr/>
          <a:lstStyle>
            <a:lvl1pPr marL="0" indent="0">
              <a:buNone/>
              <a:defRPr sz="15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6781800" y="4975323"/>
            <a:ext cx="2133600" cy="162000"/>
          </a:xfrm>
        </p:spPr>
        <p:txBody>
          <a:bodyPr/>
          <a:lstStyle/>
          <a:p>
            <a:fld id="{047E9BF5-5E6A-814E-BFED-61EE6B090993}" type="datetime1">
              <a:rPr lang="de-DE" smtClean="0"/>
              <a:t>12.10.23</a:t>
            </a:fld>
            <a:endParaRPr lang="en-US"/>
          </a:p>
        </p:txBody>
      </p:sp>
      <p:sp>
        <p:nvSpPr>
          <p:cNvPr id="6" name="Footer Placeholder 5"/>
          <p:cNvSpPr>
            <a:spLocks noGrp="1"/>
          </p:cNvSpPr>
          <p:nvPr>
            <p:ph type="ftr" sz="quarter" idx="11"/>
          </p:nvPr>
        </p:nvSpPr>
        <p:spPr>
          <a:xfrm>
            <a:off x="3124200" y="4964523"/>
            <a:ext cx="2895600" cy="172800"/>
          </a:xfrm>
          <a:prstGeom prst="rect">
            <a:avLst/>
          </a:prstGeom>
        </p:spPr>
        <p:txBody>
          <a:bodyPr/>
          <a:lstStyle/>
          <a:p>
            <a:endParaRPr lang="en-US"/>
          </a:p>
        </p:txBody>
      </p:sp>
      <p:sp>
        <p:nvSpPr>
          <p:cNvPr id="7" name="Slide Number Placeholder 6"/>
          <p:cNvSpPr>
            <a:spLocks noGrp="1"/>
          </p:cNvSpPr>
          <p:nvPr>
            <p:ph type="sldNum" sz="quarter" idx="12"/>
          </p:nvPr>
        </p:nvSpPr>
        <p:spPr>
          <a:xfrm>
            <a:off x="457200" y="4975323"/>
            <a:ext cx="2133600" cy="162000"/>
          </a:xfrm>
        </p:spPr>
        <p:txBody>
          <a:bodyPr/>
          <a:lstStyle/>
          <a:p>
            <a:fld id="{C5EF2332-01BF-834F-8236-50238282D533}" type="slidenum">
              <a:rPr lang="en-US" smtClean="0"/>
              <a:t>‹Nr.›</a:t>
            </a:fld>
            <a:endParaRPr lang="en-US"/>
          </a:p>
        </p:txBody>
      </p:sp>
      <p:sp>
        <p:nvSpPr>
          <p:cNvPr id="10" name="Inhaltsplatzhalter 3">
            <a:extLst>
              <a:ext uri="{FF2B5EF4-FFF2-40B4-BE49-F238E27FC236}">
                <a16:creationId xmlns:a16="http://schemas.microsoft.com/office/drawing/2014/main" id="{EA24B6EF-7C77-312E-52E5-CF892E6DC9BD}"/>
              </a:ext>
            </a:extLst>
          </p:cNvPr>
          <p:cNvSpPr>
            <a:spLocks noGrp="1"/>
          </p:cNvSpPr>
          <p:nvPr>
            <p:ph sz="half" idx="13"/>
          </p:nvPr>
        </p:nvSpPr>
        <p:spPr>
          <a:xfrm>
            <a:off x="3619500" y="914400"/>
            <a:ext cx="5295900" cy="4114800"/>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Rectangle 3">
            <a:extLst>
              <a:ext uri="{FF2B5EF4-FFF2-40B4-BE49-F238E27FC236}">
                <a16:creationId xmlns:a16="http://schemas.microsoft.com/office/drawing/2014/main" id="{F33AC58F-1466-28A9-65FF-1A0823987BB3}"/>
              </a:ext>
            </a:extLst>
          </p:cNvPr>
          <p:cNvSpPr>
            <a:spLocks noGrp="1" noChangeArrowheads="1"/>
          </p:cNvSpPr>
          <p:nvPr>
            <p:ph type="title"/>
          </p:nvPr>
        </p:nvSpPr>
        <p:spPr bwMode="auto">
          <a:xfrm>
            <a:off x="457200" y="87474"/>
            <a:ext cx="8458200" cy="769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de-DE" dirty="0"/>
              <a:t>Mastertitelformat bearbeiten</a:t>
            </a:r>
          </a:p>
        </p:txBody>
      </p:sp>
    </p:spTree>
    <p:extLst>
      <p:ext uri="{BB962C8B-B14F-4D97-AF65-F5344CB8AC3E}">
        <p14:creationId xmlns:p14="http://schemas.microsoft.com/office/powerpoint/2010/main" val="1357834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6781800" y="4975323"/>
            <a:ext cx="2133600" cy="162000"/>
          </a:xfrm>
        </p:spPr>
        <p:txBody>
          <a:bodyPr/>
          <a:lstStyle/>
          <a:p>
            <a:fld id="{FC224E9E-5140-C545-A8A2-C2E1EBDB5371}" type="datetime1">
              <a:rPr lang="de-DE" smtClean="0"/>
              <a:t>12.10.23</a:t>
            </a:fld>
            <a:endParaRPr lang="en-US"/>
          </a:p>
        </p:txBody>
      </p:sp>
      <p:sp>
        <p:nvSpPr>
          <p:cNvPr id="6" name="Footer Placeholder 5"/>
          <p:cNvSpPr>
            <a:spLocks noGrp="1"/>
          </p:cNvSpPr>
          <p:nvPr>
            <p:ph type="ftr" sz="quarter" idx="11"/>
          </p:nvPr>
        </p:nvSpPr>
        <p:spPr>
          <a:xfrm>
            <a:off x="3124200" y="4964523"/>
            <a:ext cx="2895600" cy="172800"/>
          </a:xfrm>
          <a:prstGeom prst="rect">
            <a:avLst/>
          </a:prstGeom>
        </p:spPr>
        <p:txBody>
          <a:bodyPr/>
          <a:lstStyle/>
          <a:p>
            <a:endParaRPr lang="en-US"/>
          </a:p>
        </p:txBody>
      </p:sp>
      <p:sp>
        <p:nvSpPr>
          <p:cNvPr id="7" name="Slide Number Placeholder 6"/>
          <p:cNvSpPr>
            <a:spLocks noGrp="1"/>
          </p:cNvSpPr>
          <p:nvPr>
            <p:ph type="sldNum" sz="quarter" idx="12"/>
          </p:nvPr>
        </p:nvSpPr>
        <p:spPr>
          <a:xfrm>
            <a:off x="457200" y="4975323"/>
            <a:ext cx="2133600" cy="162000"/>
          </a:xfrm>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457200" y="914400"/>
            <a:ext cx="8458200" cy="4114800"/>
          </a:xfrm>
          <a:prstGeom prst="rect">
            <a:avLst/>
          </a:prstGeo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781800" y="4975323"/>
            <a:ext cx="2133600" cy="162000"/>
          </a:xfrm>
        </p:spPr>
        <p:txBody>
          <a:bodyPr/>
          <a:lstStyle/>
          <a:p>
            <a:fld id="{F2BC9F30-B097-DD4C-AF67-2CA692E2C6A6}" type="datetime1">
              <a:rPr lang="de-DE" smtClean="0"/>
              <a:t>12.10.23</a:t>
            </a:fld>
            <a:endParaRPr lang="en-US"/>
          </a:p>
        </p:txBody>
      </p:sp>
      <p:sp>
        <p:nvSpPr>
          <p:cNvPr id="5" name="Footer Placeholder 4"/>
          <p:cNvSpPr>
            <a:spLocks noGrp="1"/>
          </p:cNvSpPr>
          <p:nvPr>
            <p:ph type="ftr" sz="quarter" idx="11"/>
          </p:nvPr>
        </p:nvSpPr>
        <p:spPr>
          <a:xfrm>
            <a:off x="3124200" y="4964523"/>
            <a:ext cx="2895600" cy="172800"/>
          </a:xfrm>
          <a:prstGeom prst="rect">
            <a:avLst/>
          </a:prstGeom>
        </p:spPr>
        <p:txBody>
          <a:bodyPr/>
          <a:lstStyle/>
          <a:p>
            <a:endParaRPr lang="en-US"/>
          </a:p>
        </p:txBody>
      </p:sp>
      <p:sp>
        <p:nvSpPr>
          <p:cNvPr id="6" name="Slide Number Placeholder 5"/>
          <p:cNvSpPr>
            <a:spLocks noGrp="1"/>
          </p:cNvSpPr>
          <p:nvPr>
            <p:ph type="sldNum" sz="quarter" idx="12"/>
          </p:nvPr>
        </p:nvSpPr>
        <p:spPr>
          <a:xfrm>
            <a:off x="457200" y="4975323"/>
            <a:ext cx="2133600" cy="162000"/>
          </a:xfrm>
        </p:spPr>
        <p:txBody>
          <a:bodyPr/>
          <a:lstStyle/>
          <a:p>
            <a:fld id="{C5EF2332-01BF-834F-8236-50238282D533}" type="slidenum">
              <a:rPr lang="en-US" smtClean="0"/>
              <a:t>‹Nr.›</a:t>
            </a:fld>
            <a:endParaRPr lang="en-US"/>
          </a:p>
        </p:txBody>
      </p:sp>
      <p:sp>
        <p:nvSpPr>
          <p:cNvPr id="7" name="Rectangle 3">
            <a:extLst>
              <a:ext uri="{FF2B5EF4-FFF2-40B4-BE49-F238E27FC236}">
                <a16:creationId xmlns:a16="http://schemas.microsoft.com/office/drawing/2014/main" id="{D92331F8-9C36-26EE-33E4-384967B34BCB}"/>
              </a:ext>
            </a:extLst>
          </p:cNvPr>
          <p:cNvSpPr>
            <a:spLocks noGrp="1" noChangeArrowheads="1"/>
          </p:cNvSpPr>
          <p:nvPr>
            <p:ph type="title"/>
          </p:nvPr>
        </p:nvSpPr>
        <p:spPr bwMode="auto">
          <a:xfrm>
            <a:off x="457200" y="87474"/>
            <a:ext cx="8458200" cy="769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de-DE" dirty="0"/>
              <a:t>Mastertitelformat bearbeiten</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286000" cy="4823221"/>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82322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781800" y="4975323"/>
            <a:ext cx="2133600" cy="162000"/>
          </a:xfrm>
        </p:spPr>
        <p:txBody>
          <a:bodyPr/>
          <a:lstStyle/>
          <a:p>
            <a:fld id="{A1915E92-8591-0D4C-A8F4-9EE7DD17135B}" type="datetime1">
              <a:rPr lang="de-DE" smtClean="0"/>
              <a:t>12.10.23</a:t>
            </a:fld>
            <a:endParaRPr lang="en-US"/>
          </a:p>
        </p:txBody>
      </p:sp>
      <p:sp>
        <p:nvSpPr>
          <p:cNvPr id="5" name="Footer Placeholder 4"/>
          <p:cNvSpPr>
            <a:spLocks noGrp="1"/>
          </p:cNvSpPr>
          <p:nvPr>
            <p:ph type="ftr" sz="quarter" idx="11"/>
          </p:nvPr>
        </p:nvSpPr>
        <p:spPr>
          <a:xfrm>
            <a:off x="3124200" y="4964523"/>
            <a:ext cx="2895600" cy="172800"/>
          </a:xfrm>
          <a:prstGeom prst="rect">
            <a:avLst/>
          </a:prstGeom>
        </p:spPr>
        <p:txBody>
          <a:bodyPr/>
          <a:lstStyle/>
          <a:p>
            <a:endParaRPr lang="en-US"/>
          </a:p>
        </p:txBody>
      </p:sp>
      <p:sp>
        <p:nvSpPr>
          <p:cNvPr id="6" name="Slide Number Placeholder 5"/>
          <p:cNvSpPr>
            <a:spLocks noGrp="1"/>
          </p:cNvSpPr>
          <p:nvPr>
            <p:ph type="sldNum" sz="quarter" idx="12"/>
          </p:nvPr>
        </p:nvSpPr>
        <p:spPr>
          <a:xfrm>
            <a:off x="457200" y="4975323"/>
            <a:ext cx="2133600" cy="162000"/>
          </a:xfrm>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idx="2" sz="half" type="dt"/>
          </p:nvPr>
        </p:nvSpPr>
        <p:spPr>
          <a:xfrm>
            <a:off x="6781800" y="4975323"/>
            <a:ext cx="2133600" cy="162000"/>
          </a:xfrm>
          <a:prstGeom prst="rect">
            <a:avLst/>
          </a:prstGeom>
        </p:spPr>
        <p:txBody>
          <a:bodyPr anchor="ctr" bIns="45720" lIns="91440" rIns="91440" rtlCol="0" tIns="45720" vert="horz"/>
          <a:lstStyle>
            <a:lvl1pPr algn="r">
              <a:defRPr sz="750">
                <a:solidFill>
                  <a:schemeClr val="tx1">
                    <a:tint val="75000"/>
                  </a:schemeClr>
                </a:solidFill>
              </a:defRPr>
            </a:lvl1pPr>
          </a:lstStyle>
          <a:p>
            <a:fld id="{9D44905D-E586-C348-8432-BB6C5E375EEE}" type="datetime1">
              <a:rPr lang="de-DE" smtClean="0"/>
              <a:t>12.10.23</a:t>
            </a:fld>
            <a:endParaRPr dirty="0" lang="en-US"/>
          </a:p>
        </p:txBody>
      </p:sp>
      <p:sp>
        <p:nvSpPr>
          <p:cNvPr id="6" name="Slide Number Placeholder 5"/>
          <p:cNvSpPr>
            <a:spLocks noGrp="1"/>
          </p:cNvSpPr>
          <p:nvPr>
            <p:ph idx="4" sz="quarter" type="sldNum"/>
          </p:nvPr>
        </p:nvSpPr>
        <p:spPr>
          <a:xfrm>
            <a:off x="457200" y="4975323"/>
            <a:ext cx="2133600" cy="162000"/>
          </a:xfrm>
          <a:prstGeom prst="rect">
            <a:avLst/>
          </a:prstGeom>
        </p:spPr>
        <p:txBody>
          <a:bodyPr anchor="ctr" bIns="45720" lIns="91440" rIns="91440" rtlCol="0" tIns="45720" vert="horz"/>
          <a:lstStyle>
            <a:lvl1pPr algn="l">
              <a:defRPr sz="750">
                <a:solidFill>
                  <a:schemeClr val="tx1">
                    <a:tint val="75000"/>
                  </a:schemeClr>
                </a:solidFill>
              </a:defRPr>
            </a:lvl1pPr>
          </a:lstStyle>
          <a:p>
            <a:fld id="{C5EF2332-01BF-834F-8236-50238282D533}" type="slidenum">
              <a:rPr lang="en-US" smtClean="0"/>
              <a:pPr/>
              <a:t>‹Nr.›</a:t>
            </a:fld>
            <a:endParaRPr lang="en-US"/>
          </a:p>
        </p:txBody>
      </p:sp>
      <p:sp>
        <p:nvSpPr>
          <p:cNvPr id="13" name="Rectangle 3">
            <a:extLst>
              <a:ext uri="{FF2B5EF4-FFF2-40B4-BE49-F238E27FC236}">
                <a16:creationId xmlns:a16="http://schemas.microsoft.com/office/drawing/2014/main" id="{2E99D951-F29E-00A8-3902-B1F2488E5F95}"/>
              </a:ext>
            </a:extLst>
          </p:cNvPr>
          <p:cNvSpPr>
            <a:spLocks noChangeArrowheads="1" noGrp="1"/>
          </p:cNvSpPr>
          <p:nvPr>
            <p:ph type="title"/>
          </p:nvPr>
        </p:nvSpPr>
        <p:spPr bwMode="auto">
          <a:xfrm>
            <a:off x="457200" y="87474"/>
            <a:ext cx="8458200" cy="769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nchor="b" anchorCtr="0" bIns="45720" compatLnSpc="1" lIns="91440" numCol="1" rIns="91440" tIns="45720" vert="horz" wrap="square">
            <a:prstTxWarp prst="textNoShape">
              <a:avLst/>
            </a:prstTxWarp>
          </a:bodyPr>
          <a:lstStyle/>
          <a:p>
            <a:pPr lvl="0"/>
            <a:r>
              <a:rPr lang="de-DE" noProof="0"/>
              <a:t>Mastertitelformat bearbeiten</a:t>
            </a:r>
          </a:p>
        </p:txBody>
      </p:sp>
      <p:sp>
        <p:nvSpPr>
          <p:cNvPr id="14" name="Rectangle 4">
            <a:extLst>
              <a:ext uri="{FF2B5EF4-FFF2-40B4-BE49-F238E27FC236}">
                <a16:creationId xmlns:a16="http://schemas.microsoft.com/office/drawing/2014/main" id="{9D143211-F898-B3F5-574B-521CF8373874}"/>
              </a:ext>
            </a:extLst>
          </p:cNvPr>
          <p:cNvSpPr>
            <a:spLocks noChangeArrowheads="1" noGrp="1"/>
          </p:cNvSpPr>
          <p:nvPr>
            <p:ph idx="1" type="body"/>
          </p:nvPr>
        </p:nvSpPr>
        <p:spPr bwMode="auto">
          <a:xfrm>
            <a:off x="457200" y="914400"/>
            <a:ext cx="84582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nchor="t" anchorCtr="0" bIns="45720" compatLnSpc="1" lIns="91440" numCol="1" rIns="91440" tIns="45720" vert="horz" wrap="square">
            <a:prstTxWarp prst="textNoShape">
              <a:avLst/>
            </a:prstTxWarp>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cxnSp>
        <p:nvCxnSpPr>
          <p:cNvPr id="15" name="Gerade Verbindung 14">
            <a:extLst>
              <a:ext uri="{FF2B5EF4-FFF2-40B4-BE49-F238E27FC236}">
                <a16:creationId xmlns:a16="http://schemas.microsoft.com/office/drawing/2014/main" id="{FC54FEF2-F8E0-BB8C-400D-2CDD4319D588}"/>
              </a:ext>
            </a:extLst>
          </p:cNvPr>
          <p:cNvCxnSpPr/>
          <p:nvPr userDrawn="1"/>
        </p:nvCxnSpPr>
        <p:spPr>
          <a:xfrm>
            <a:off x="0" y="857251"/>
            <a:ext cx="9144000" cy="0"/>
          </a:xfrm>
          <a:prstGeom prst="line">
            <a:avLst/>
          </a:prstGeom>
          <a:ln w="25400">
            <a:solidFill>
              <a:srgbClr val="B3B3B3"/>
            </a:solidFill>
          </a:ln>
          <a:effectLst/>
        </p:spPr>
        <p:style>
          <a:lnRef idx="2">
            <a:schemeClr val="accent1"/>
          </a:lnRef>
          <a:fillRef idx="0">
            <a:schemeClr val="accent1"/>
          </a:fillRef>
          <a:effectRef idx="1">
            <a:schemeClr val="accent1"/>
          </a:effectRef>
          <a:fontRef idx="minor">
            <a:schemeClr val="tx1"/>
          </a:fontRef>
        </p:style>
      </p:cxnSp>
      <p:sp>
        <p:nvSpPr>
          <p:cNvPr id="9" name="Fußzeilenplatzhalter 8">
            <a:extLst>
              <a:ext uri="{FF2B5EF4-FFF2-40B4-BE49-F238E27FC236}">
                <a16:creationId xmlns:a16="http://schemas.microsoft.com/office/drawing/2014/main" id="{152EE166-1E73-4D92-6833-7607615B8BCB}"/>
              </a:ext>
            </a:extLst>
          </p:cNvPr>
          <p:cNvSpPr>
            <a:spLocks noGrp="1"/>
          </p:cNvSpPr>
          <p:nvPr>
            <p:ph idx="3" sz="quarter" type="ftr"/>
          </p:nvPr>
        </p:nvSpPr>
        <p:spPr>
          <a:xfrm>
            <a:off x="3028950" y="4964523"/>
            <a:ext cx="3086100" cy="172800"/>
          </a:xfrm>
          <a:prstGeom prst="rect">
            <a:avLst/>
          </a:prstGeom>
        </p:spPr>
        <p:txBody>
          <a:bodyPr anchor="ctr" bIns="45720" lIns="91440" rIns="91440" rtlCol="0" tIns="45720" vert="horz"/>
          <a:lstStyle>
            <a:lvl1pPr algn="ctr">
              <a:defRPr sz="700">
                <a:solidFill>
                  <a:schemeClr val="tx1">
                    <a:tint val="75000"/>
                  </a:schemeClr>
                </a:solidFill>
              </a:defRPr>
            </a:lvl1pPr>
          </a:lstStyle>
          <a:p>
            <a:endParaRPr dirty="0" lang="de-DE"/>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60" r:id="rId5"/>
    <p:sldLayoutId id="2147483654" r:id="rId6"/>
    <p:sldLayoutId id="2147483655" r:id="rId7"/>
    <p:sldLayoutId id="2147483661" r:id="rId8"/>
    <p:sldLayoutId id="2147483657" r:id="rId9"/>
    <p:sldLayoutId id="2147483658" r:id="rId10"/>
    <p:sldLayoutId id="2147483659" r:id="rId11"/>
  </p:sldLayoutIdLst>
  <p:hf dt="0" ftr="0" hdr="0"/>
  <p:txStyles>
    <p:titleStyle>
      <a:lvl1pPr algn="l" defTabSz="342900" eaLnBrk="1" hangingPunct="1" latinLnBrk="0" rtl="0">
        <a:spcBef>
          <a:spcPct val="0"/>
        </a:spcBef>
        <a:buNone/>
        <a:defRPr kern="1200" sz="1800">
          <a:solidFill>
            <a:schemeClr val="tx1">
              <a:lumMod val="50000"/>
              <a:lumOff val="50000"/>
            </a:schemeClr>
          </a:solidFill>
          <a:latin typeface="+mj-lt"/>
          <a:ea typeface="+mj-ea"/>
          <a:cs typeface="+mj-cs"/>
        </a:defRPr>
      </a:lvl1pPr>
    </p:titleStyle>
    <p:bodyStyle>
      <a:lvl1pPr algn="l" defTabSz="914400" eaLnBrk="1" hangingPunct="1" indent="-255600" latinLnBrk="0" marL="255600" rtl="0">
        <a:spcBef>
          <a:spcPct val="20000"/>
        </a:spcBef>
        <a:buClr>
          <a:schemeClr val="accent2"/>
        </a:buClr>
        <a:buSzPct val="100000"/>
        <a:buFont charset="2" pitchFamily="2" typeface="Wingdings"/>
        <a:buChar char="§"/>
        <a:defRPr dirty="0" kern="1200" lang="en-US" sz="1500">
          <a:solidFill>
            <a:schemeClr val="tx2"/>
          </a:solidFill>
          <a:latin typeface="+mn-lt"/>
          <a:ea charset="0" typeface="ＭＳ Ｐゴシック"/>
          <a:cs typeface="+mn-cs"/>
        </a:defRPr>
      </a:lvl1pPr>
      <a:lvl2pPr algn="l" defTabSz="914400" eaLnBrk="1" hangingPunct="1" indent="-216000" latinLnBrk="0" marL="558000" rtl="0">
        <a:spcBef>
          <a:spcPct val="20000"/>
        </a:spcBef>
        <a:buClr>
          <a:schemeClr val="tx2"/>
        </a:buClr>
        <a:buFont typeface="Arial"/>
        <a:buChar char="–"/>
        <a:defRPr dirty="0" kern="1200" lang="en-US" sz="1500">
          <a:solidFill>
            <a:schemeClr val="tx1"/>
          </a:solidFill>
          <a:latin typeface="+mn-lt"/>
          <a:ea charset="-128" pitchFamily="-107" typeface="ＭＳ Ｐゴシック"/>
          <a:cs typeface="+mn-cs"/>
        </a:defRPr>
      </a:lvl2pPr>
      <a:lvl3pPr algn="l" defTabSz="914400" eaLnBrk="1" hangingPunct="1" indent="-172800" latinLnBrk="0" marL="856800" rtl="0">
        <a:spcBef>
          <a:spcPct val="20000"/>
        </a:spcBef>
        <a:buClr>
          <a:schemeClr val="bg2"/>
        </a:buClr>
        <a:buFont typeface="Arial"/>
        <a:buChar char="•"/>
        <a:defRPr dirty="0" kern="1200" lang="en-US" sz="1500">
          <a:solidFill>
            <a:schemeClr val="tx1"/>
          </a:solidFill>
          <a:latin typeface="+mn-lt"/>
          <a:ea charset="-128" pitchFamily="-107" typeface="ＭＳ Ｐゴシック"/>
          <a:cs typeface="+mn-cs"/>
        </a:defRPr>
      </a:lvl3pPr>
      <a:lvl4pPr algn="l" defTabSz="914400" eaLnBrk="1" hangingPunct="1" indent="-172800" latinLnBrk="0" marL="1198800" rtl="0">
        <a:spcBef>
          <a:spcPct val="20000"/>
        </a:spcBef>
        <a:buFont typeface="Arial"/>
        <a:buChar char="–"/>
        <a:defRPr kern="1200" sz="1500">
          <a:solidFill>
            <a:schemeClr val="tx1"/>
          </a:solidFill>
          <a:latin typeface="+mn-lt"/>
          <a:ea typeface="+mn-ea"/>
          <a:cs typeface="+mn-cs"/>
        </a:defRPr>
      </a:lvl4pPr>
      <a:lvl5pPr algn="l" defTabSz="914400" eaLnBrk="1" hangingPunct="1" indent="-172800" latinLnBrk="0" marL="15444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a:extLst>
              <a:ext uri="{FF2B5EF4-FFF2-40B4-BE49-F238E27FC236}">
                <a16:creationId xmlns:a16="http://schemas.microsoft.com/office/drawing/2014/main" id="{4261C7F7-9097-300B-262E-22156D6B2BA5}"/>
              </a:ext>
            </a:extLst>
          </p:cNvPr>
          <p:cNvSpPr>
            <a:spLocks noChangeArrowheads="1" noGrp="1"/>
          </p:cNvSpPr>
          <p:nvPr>
            <p:ph type="ctrTitle"/>
          </p:nvPr>
        </p:nvSpPr>
        <p:spPr>
          <a:xfrm>
            <a:off x="2362200" y="2304306"/>
            <a:ext cx="6781800" cy="800100"/>
          </a:xfrm>
          <a:prstGeom prst="rect">
            <a:avLst/>
          </a:prstGeom>
          <a:ln>
            <a:noFill/>
          </a:ln>
        </p:spPr>
        <p:txBody>
          <a:bodyPr/>
          <a:lstStyle/>
          <a:p>
            <a:pPr lvl="0" indent="0" marL="0">
              <a:buNone/>
            </a:pPr>
            <a:r>
              <a:rPr/>
              <a:t>Template für Folien</a:t>
            </a:r>
          </a:p>
        </p:txBody>
      </p:sp>
      <p:sp>
        <p:nvSpPr>
          <p:cNvPr id="16" name="Rectangle 3">
            <a:extLst>
              <a:ext uri="{FF2B5EF4-FFF2-40B4-BE49-F238E27FC236}">
                <a16:creationId xmlns:a16="http://schemas.microsoft.com/office/drawing/2014/main" id="{59A97546-537B-B6BE-2662-22CF5E946EF6}"/>
              </a:ext>
            </a:extLst>
          </p:cNvPr>
          <p:cNvSpPr>
            <a:spLocks noChangeArrowheads="1" noGrp="1"/>
          </p:cNvSpPr>
          <p:nvPr>
            <p:ph idx="1" type="subTitle"/>
          </p:nvPr>
        </p:nvSpPr>
        <p:spPr>
          <a:xfrm>
            <a:off x="2362200" y="3395207"/>
            <a:ext cx="6781800" cy="1137949"/>
          </a:xfrm>
          <a:prstGeom prst="rect">
            <a:avLst/>
          </a:prstGeom>
        </p:spPr>
        <p:txBody>
          <a:bodyPr/>
          <a:lstStyle/>
          <a:p>
            <a:pPr lvl="0" indent="0" marL="0">
              <a:buNone/>
            </a:pPr>
            <a:br/>
            <a:br/>
            <a:r>
              <a:rPr/>
              <a:t>Prof. Dr. Hannes Federrath</a:t>
            </a:r>
            <a:br/>
            <a:r>
              <a:rPr/>
              <a:t>12.10.2023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3F0FD5E3-F545-0298-9271-AD6BB0887C77}"/>
              </a:ext>
            </a:extLst>
          </p:cNvPr>
          <p:cNvSpPr>
            <a:spLocks noChangeArrowheads="1" noGrp="1"/>
          </p:cNvSpPr>
          <p:nvPr>
            <p:ph type="title"/>
          </p:nvPr>
        </p:nvSpPr>
        <p:spPr bwMode="auto">
          <a:xfrm>
            <a:off x="457200" y="87474"/>
            <a:ext cx="8458200" cy="769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lvl="0" indent="0" marL="0">
              <a:buNone/>
            </a:pPr>
            <a:r>
              <a:rPr/>
              <a:t>Einführung</a:t>
            </a:r>
          </a:p>
        </p:txBody>
      </p:sp>
      <p:sp>
        <p:nvSpPr>
          <p:cNvPr id="12" name="Inhaltsplatzhalter 11">
            <a:extLst>
              <a:ext uri="{FF2B5EF4-FFF2-40B4-BE49-F238E27FC236}">
                <a16:creationId xmlns:a16="http://schemas.microsoft.com/office/drawing/2014/main" id="{B50D7558-0277-B566-1639-C35719A3BFBA}"/>
              </a:ext>
            </a:extLst>
          </p:cNvPr>
          <p:cNvSpPr>
            <a:spLocks noGrp="1"/>
          </p:cNvSpPr>
          <p:nvPr>
            <p:ph idx="13" sz="quarter"/>
          </p:nvPr>
        </p:nvSpPr>
        <p:spPr/>
        <p:txBody>
          <a:bodyPr/>
          <a:lstStyle/>
          <a:p>
            <a:pPr lvl="0"/>
            <a:r>
              <a:rPr/>
              <a:t>Mit Markdown und Pandoc kann man sogar PowerPoint-Folien erzeugen. Im Terminal geht das so:</a:t>
            </a:r>
          </a:p>
          <a:p>
            <a:pPr lvl="0" indent="0" marL="0">
              <a:buNone/>
            </a:pPr>
            <a:r>
              <a:rPr/>
              <a:t> </a:t>
            </a:r>
          </a:p>
          <a:p>
            <a:pPr lvl="0" indent="0">
              <a:buNone/>
            </a:pPr>
            <a:r>
              <a:rPr>
                <a:latin typeface="Courier"/>
              </a:rPr>
              <a:t>pandoc --reference-doc ../TemplateSlidesPowerpoint/TemplateSlidesSVS2023.pptx -o out.pptx in.md</a:t>
            </a:r>
          </a:p>
          <a:p>
            <a:pPr lvl="0" indent="0" marL="0">
              <a:buNone/>
            </a:pPr>
            <a:r>
              <a:rPr/>
              <a:t> </a:t>
            </a:r>
          </a:p>
          <a:p>
            <a:pPr lvl="0"/>
            <a:r>
              <a:rPr/>
              <a:t>Leider werden nicht alle Features unterstützt, die man von LaTeX-Beamer-Folien kennt.</a:t>
            </a:r>
          </a:p>
        </p:txBody>
      </p:sp>
      <p:sp>
        <p:nvSpPr>
          <p:cNvPr id="6" name="Slide Number Placeholder 5"/>
          <p:cNvSpPr>
            <a:spLocks noGrp="1"/>
          </p:cNvSpPr>
          <p:nvPr>
            <p:ph idx="12" sz="quarter" type="sldNum"/>
          </p:nvPr>
        </p:nvSpPr>
        <p:spPr>
          <a:xfrm>
            <a:off x="457200" y="4975323"/>
            <a:ext cx="2133600" cy="162000"/>
          </a:xfrm>
        </p:spPr>
        <p:txBody>
          <a:bodyPr/>
          <a:lstStyle/>
          <a:p>
            <a:fld id="{C5EF2332-01BF-834F-8236-50238282D533}" type="slidenum">
              <a:rPr lang="en-US" smtClean="0"/>
              <a:t>‹Nr.›</a:t>
            </a:fld>
            <a:endParaRPr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3F0FD5E3-F545-0298-9271-AD6BB0887C77}"/>
              </a:ext>
            </a:extLst>
          </p:cNvPr>
          <p:cNvSpPr>
            <a:spLocks noChangeArrowheads="1" noGrp="1"/>
          </p:cNvSpPr>
          <p:nvPr>
            <p:ph type="title"/>
          </p:nvPr>
        </p:nvSpPr>
        <p:spPr bwMode="auto">
          <a:xfrm>
            <a:off x="457200" y="87474"/>
            <a:ext cx="8458200" cy="769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lvl="0" indent="0" marL="0">
              <a:buNone/>
            </a:pPr>
            <a:r>
              <a:rPr/>
              <a:t>Der Arbeitsbereich Sicherheit in Verteilten Systemen (SVS)</a:t>
            </a:r>
          </a:p>
        </p:txBody>
      </p:sp>
      <p:sp>
        <p:nvSpPr>
          <p:cNvPr id="12" name="Inhaltsplatzhalter 11">
            <a:extLst>
              <a:ext uri="{FF2B5EF4-FFF2-40B4-BE49-F238E27FC236}">
                <a16:creationId xmlns:a16="http://schemas.microsoft.com/office/drawing/2014/main" id="{B50D7558-0277-B566-1639-C35719A3BFBA}"/>
              </a:ext>
            </a:extLst>
          </p:cNvPr>
          <p:cNvSpPr>
            <a:spLocks noGrp="1"/>
          </p:cNvSpPr>
          <p:nvPr>
            <p:ph idx="13" sz="quarter"/>
          </p:nvPr>
        </p:nvSpPr>
        <p:spPr/>
        <p:txBody>
          <a:bodyPr/>
          <a:lstStyle/>
          <a:p>
            <a:pPr lvl="0" indent="0" marL="0">
              <a:buNone/>
            </a:pPr>
            <a:r>
              <a:rPr/>
              <a:t>Lorem ipsum dolor sit amet, consectetur adipisicing elit, sed do eiusmod tempor incididunt ut labore et dolore magna aliqua. Ut enim ad minim veniam, quis nostrud exercitation ullamco laboris nisi ut aliquip ex ea commodo consequat.</a:t>
            </a:r>
          </a:p>
          <a:p>
            <a:pPr lvl="0"/>
            <a:r>
              <a:rPr/>
              <a:t>Themen</a:t>
            </a:r>
          </a:p>
          <a:p>
            <a:pPr lvl="1"/>
            <a:r>
              <a:rPr/>
              <a:t>Privacy Enhancing Technologies (PET)</a:t>
            </a:r>
          </a:p>
          <a:p>
            <a:pPr lvl="1"/>
            <a:r>
              <a:rPr/>
              <a:t>Security Management &amp; Risk Management</a:t>
            </a:r>
          </a:p>
          <a:p>
            <a:pPr lvl="1"/>
            <a:r>
              <a:rPr/>
              <a:t>Security of Mobile Systems</a:t>
            </a:r>
          </a:p>
          <a:p>
            <a:pPr lvl="0"/>
            <a:r>
              <a:rPr/>
              <a:t>Weitere Informationen</a:t>
            </a:r>
          </a:p>
          <a:p>
            <a:pPr lvl="1"/>
            <a:r>
              <a:rPr/>
              <a:t>https://svs.informatik.uni-hamburg.de</a:t>
            </a:r>
          </a:p>
        </p:txBody>
      </p:sp>
      <p:sp>
        <p:nvSpPr>
          <p:cNvPr id="6" name="Slide Number Placeholder 5"/>
          <p:cNvSpPr>
            <a:spLocks noGrp="1"/>
          </p:cNvSpPr>
          <p:nvPr>
            <p:ph idx="12" sz="quarter" type="sldNum"/>
          </p:nvPr>
        </p:nvSpPr>
        <p:spPr>
          <a:xfrm>
            <a:off x="457200" y="4975323"/>
            <a:ext cx="2133600" cy="162000"/>
          </a:xfrm>
        </p:spPr>
        <p:txBody>
          <a:bodyPr/>
          <a:lstStyle/>
          <a:p>
            <a:fld id="{C5EF2332-01BF-834F-8236-50238282D533}" type="slidenum">
              <a:rPr lang="en-US" smtClean="0"/>
              <a:t>‹Nr.›</a:t>
            </a:fld>
            <a:endParaRPr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830C8BBD-2FA8-092E-1A14-06365FFAFEF5}"/>
              </a:ext>
            </a:extLst>
          </p:cNvPr>
          <p:cNvSpPr>
            <a:spLocks noChangeArrowheads="1" noGrp="1"/>
          </p:cNvSpPr>
          <p:nvPr>
            <p:ph type="ctrTitle"/>
          </p:nvPr>
        </p:nvSpPr>
        <p:spPr>
          <a:xfrm>
            <a:off x="2362200" y="2304306"/>
            <a:ext cx="6781800" cy="800100"/>
          </a:xfrm>
          <a:ln>
            <a:noFill/>
          </a:ln>
        </p:spPr>
        <p:txBody>
          <a:bodyPr/>
          <a:lstStyle/>
          <a:p>
            <a:pPr lvl="0" indent="0" marL="0">
              <a:buNone/>
            </a:pPr>
            <a:r>
              <a:rPr/>
              <a:t>Zwischenfolie mit Template „Section Header“</a:t>
            </a:r>
          </a:p>
        </p:txBody>
      </p:sp>
      <p:sp>
        <p:nvSpPr>
          <p:cNvPr id="6" name="Slide Number Placeholder 5"/>
          <p:cNvSpPr>
            <a:spLocks noGrp="1"/>
          </p:cNvSpPr>
          <p:nvPr>
            <p:ph idx="12" sz="quarter" type="sldNum"/>
          </p:nvPr>
        </p:nvSpPr>
        <p:spPr>
          <a:xfrm>
            <a:off x="457200" y="4975323"/>
            <a:ext cx="2133600" cy="162000"/>
          </a:xfrm>
        </p:spPr>
        <p:txBody>
          <a:bodyPr/>
          <a:lstStyle/>
          <a:p>
            <a:fld id="{C5EF2332-01BF-834F-8236-50238282D533}" type="slidenum">
              <a:rPr lang="en-US" smtClean="0"/>
              <a:t>‹Nr.›</a:t>
            </a:fld>
            <a:endParaRPr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3F0FD5E3-F545-0298-9271-AD6BB0887C77}"/>
              </a:ext>
            </a:extLst>
          </p:cNvPr>
          <p:cNvSpPr>
            <a:spLocks noChangeArrowheads="1" noGrp="1"/>
          </p:cNvSpPr>
          <p:nvPr>
            <p:ph type="title"/>
          </p:nvPr>
        </p:nvSpPr>
        <p:spPr bwMode="auto">
          <a:xfrm>
            <a:off x="457200" y="87474"/>
            <a:ext cx="8458200" cy="769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lvl="0" indent="0" marL="0">
              <a:buNone/>
            </a:pPr>
            <a:r>
              <a:rPr/>
              <a:t>Gliederungsebenen</a:t>
            </a:r>
          </a:p>
        </p:txBody>
      </p:sp>
      <p:sp>
        <p:nvSpPr>
          <p:cNvPr id="12" name="Inhaltsplatzhalter 11">
            <a:extLst>
              <a:ext uri="{FF2B5EF4-FFF2-40B4-BE49-F238E27FC236}">
                <a16:creationId xmlns:a16="http://schemas.microsoft.com/office/drawing/2014/main" id="{B50D7558-0277-B566-1639-C35719A3BFBA}"/>
              </a:ext>
            </a:extLst>
          </p:cNvPr>
          <p:cNvSpPr>
            <a:spLocks noGrp="1"/>
          </p:cNvSpPr>
          <p:nvPr>
            <p:ph idx="13" sz="quarter"/>
          </p:nvPr>
        </p:nvSpPr>
        <p:spPr/>
        <p:txBody>
          <a:bodyPr/>
          <a:lstStyle/>
          <a:p>
            <a:pPr lvl="0"/>
            <a:r>
              <a:rPr/>
              <a:t>Erste Ebene</a:t>
            </a:r>
          </a:p>
          <a:p>
            <a:pPr lvl="1"/>
            <a:r>
              <a:rPr/>
              <a:t>Zweite Ebene</a:t>
            </a:r>
          </a:p>
          <a:p>
            <a:pPr lvl="2"/>
            <a:r>
              <a:rPr/>
              <a:t>Dritte Ebene</a:t>
            </a:r>
          </a:p>
          <a:p>
            <a:pPr lvl="1"/>
            <a:r>
              <a:rPr/>
              <a:t>Zweite Ebene</a:t>
            </a:r>
          </a:p>
          <a:p>
            <a:pPr lvl="0"/>
            <a:r>
              <a:rPr/>
              <a:t>Erste Ebene</a:t>
            </a:r>
          </a:p>
          <a:p>
            <a:pPr lvl="0" indent="-342900" marL="342900">
              <a:buAutoNum type="arabicPeriod"/>
            </a:pPr>
            <a:r>
              <a:rPr/>
              <a:t>Erste Ebene</a:t>
            </a:r>
          </a:p>
          <a:p>
            <a:pPr lvl="1" indent="-342900" marL="685800">
              <a:buAutoNum type="arabicPeriod"/>
            </a:pPr>
            <a:r>
              <a:rPr/>
              <a:t>Zweite Ebene</a:t>
            </a:r>
          </a:p>
          <a:p>
            <a:pPr lvl="2" indent="-342900" marL="1028700">
              <a:buAutoNum type="arabicPeriod"/>
            </a:pPr>
            <a:r>
              <a:rPr/>
              <a:t>Dritte Ebene</a:t>
            </a:r>
          </a:p>
          <a:p>
            <a:pPr lvl="1" indent="-342900" marL="685800">
              <a:buAutoNum type="arabicPeriod"/>
            </a:pPr>
            <a:r>
              <a:rPr/>
              <a:t>Zweite Ebene</a:t>
            </a:r>
          </a:p>
          <a:p>
            <a:pPr lvl="0" indent="-342900" marL="342900">
              <a:buAutoNum type="arabicPeriod"/>
            </a:pPr>
            <a:r>
              <a:rPr/>
              <a:t>Erste Ebene</a:t>
            </a:r>
          </a:p>
        </p:txBody>
      </p:sp>
      <p:sp>
        <p:nvSpPr>
          <p:cNvPr id="6" name="Slide Number Placeholder 5"/>
          <p:cNvSpPr>
            <a:spLocks noGrp="1"/>
          </p:cNvSpPr>
          <p:nvPr>
            <p:ph idx="12" sz="quarter" type="sldNum"/>
          </p:nvPr>
        </p:nvSpPr>
        <p:spPr>
          <a:xfrm>
            <a:off x="457200" y="4975323"/>
            <a:ext cx="2133600" cy="162000"/>
          </a:xfrm>
        </p:spPr>
        <p:txBody>
          <a:bodyPr/>
          <a:lstStyle/>
          <a:p>
            <a:fld id="{C5EF2332-01BF-834F-8236-50238282D533}" type="slidenum">
              <a:rPr lang="en-US" smtClean="0"/>
              <a:t>‹Nr.›</a:t>
            </a:fld>
            <a:endParaRPr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F33AC58F-1466-28A9-65FF-1A0823987BB3}"/>
              </a:ext>
            </a:extLst>
          </p:cNvPr>
          <p:cNvSpPr>
            <a:spLocks noChangeArrowheads="1" noGrp="1"/>
          </p:cNvSpPr>
          <p:nvPr>
            <p:ph type="title"/>
          </p:nvPr>
        </p:nvSpPr>
        <p:spPr bwMode="auto">
          <a:xfrm>
            <a:off x="457200" y="87474"/>
            <a:ext cx="8458200" cy="769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lvl="0" indent="0" marL="0">
              <a:buNone/>
            </a:pPr>
            <a:r>
              <a:rPr/>
              <a:t>Folie mit Abbildung und Text – Template „Content with Caption“</a:t>
            </a:r>
          </a:p>
        </p:txBody>
      </p:sp>
      <p:sp>
        <p:nvSpPr>
          <p:cNvPr id="4" name="Text Placeholder 3"/>
          <p:cNvSpPr>
            <a:spLocks noGrp="1"/>
          </p:cNvSpPr>
          <p:nvPr>
            <p:ph idx="2" sz="half" type="body"/>
          </p:nvPr>
        </p:nvSpPr>
        <p:spPr/>
        <p:txBody>
          <a:bodyPr/>
          <a:lstStyle/>
          <a:p>
            <a:pPr lvl="0" indent="0" marL="0">
              <a:buNone/>
            </a:pPr>
            <a:r>
              <a:rPr/>
              <a:t>Aus dem Pandoc User’s Guide:</a:t>
            </a:r>
          </a:p>
          <a:p>
            <a:pPr lvl="0" indent="0" marL="0">
              <a:buNone/>
            </a:pPr>
            <a:r>
              <a:rPr/>
              <a:t>„This layout is used for any non-two-column slides which contain text followed by non-text (e.g. an image or a table).“</a:t>
            </a:r>
          </a:p>
          <a:p>
            <a:pPr lvl="0" indent="0" marL="0">
              <a:spcBef>
                <a:spcPts val="3000"/>
              </a:spcBef>
              <a:buNone/>
            </a:pPr>
            <a:r>
              <a:rPr b="1"/>
              <a:t>Ziel aus Sicht eines Dienstanbieters</a:t>
            </a:r>
          </a:p>
          <a:p>
            <a:pPr lvl="0" indent="0" marL="0">
              <a:buNone/>
            </a:pPr>
            <a:r>
              <a:rPr/>
              <a:t>Einer Dienstnutzerin </a:t>
            </a:r>
            <a:r>
              <a:rPr i="1"/>
              <a:t>N</a:t>
            </a:r>
            <a:r>
              <a:rPr/>
              <a:t> einen Inhalt (Content) in einer bestimmten Weise zugänglich machen, ihn aber daran hindern, </a:t>
            </a:r>
            <a:r>
              <a:rPr i="1"/>
              <a:t>alles</a:t>
            </a:r>
            <a:r>
              <a:rPr/>
              <a:t> damit tun zu können.</a:t>
            </a:r>
          </a:p>
        </p:txBody>
      </p:sp>
      <p:pic>
        <p:nvPicPr>
          <p:cNvPr descr="../pic/Abb1.png" id="0" name="Picture 1"/>
          <p:cNvPicPr>
            <a:picLocks noGrp="1" noChangeAspect="1"/>
          </p:cNvPicPr>
          <p:nvPr/>
        </p:nvPicPr>
        <p:blipFill>
          <a:blip r:embed="rId2"/>
          <a:stretch>
            <a:fillRect/>
          </a:stretch>
        </p:blipFill>
        <p:spPr bwMode="auto">
          <a:xfrm>
            <a:off x="3619500" y="1727200"/>
            <a:ext cx="5295900" cy="2476500"/>
          </a:xfrm>
          <a:prstGeom prst="rect">
            <a:avLst/>
          </a:prstGeom>
          <a:noFill/>
          <a:ln w="9525">
            <a:noFill/>
            <a:headEnd/>
            <a:tailEnd/>
          </a:ln>
        </p:spPr>
      </p:pic>
      <p:sp>
        <p:nvSpPr>
          <p:cNvPr id="7" name="Slide Number Placeholder 6"/>
          <p:cNvSpPr>
            <a:spLocks noGrp="1"/>
          </p:cNvSpPr>
          <p:nvPr>
            <p:ph idx="12" sz="quarter" type="sldNum"/>
          </p:nvPr>
        </p:nvSpPr>
        <p:spPr>
          <a:xfrm>
            <a:off x="457200" y="4975323"/>
            <a:ext cx="2133600" cy="162000"/>
          </a:xfrm>
        </p:spPr>
        <p:txBody>
          <a:bodyPr/>
          <a:lstStyle/>
          <a:p>
            <a:fld id="{C5EF2332-01BF-834F-8236-50238282D533}" type="slidenum">
              <a:rPr lang="en-US" smtClean="0"/>
              <a:t>‹Nr.›</a:t>
            </a:fld>
            <a:endParaRPr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3F0FD5E3-F545-0298-9271-AD6BB0887C77}"/>
              </a:ext>
            </a:extLst>
          </p:cNvPr>
          <p:cNvSpPr>
            <a:spLocks noChangeArrowheads="1" noGrp="1"/>
          </p:cNvSpPr>
          <p:nvPr>
            <p:ph type="title"/>
          </p:nvPr>
        </p:nvSpPr>
        <p:spPr bwMode="auto">
          <a:xfrm>
            <a:off x="457200" y="87474"/>
            <a:ext cx="8458200" cy="769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lvl="0" indent="0" marL="0">
              <a:buNone/>
            </a:pPr>
            <a:r>
              <a:rPr/>
              <a:t>Folie mit nur einer Abbildung</a:t>
            </a:r>
          </a:p>
        </p:txBody>
      </p:sp>
      <p:pic>
        <p:nvPicPr>
          <p:cNvPr descr="../pic/Abb2.png" id="0" name="Picture 1"/>
          <p:cNvPicPr>
            <a:picLocks noGrp="1" noChangeAspect="1"/>
          </p:cNvPicPr>
          <p:nvPr/>
        </p:nvPicPr>
        <p:blipFill>
          <a:blip r:embed="rId2"/>
          <a:stretch>
            <a:fillRect/>
          </a:stretch>
        </p:blipFill>
        <p:spPr bwMode="auto">
          <a:xfrm>
            <a:off x="457200" y="1079500"/>
            <a:ext cx="8458200" cy="3797300"/>
          </a:xfrm>
          <a:prstGeom prst="rect">
            <a:avLst/>
          </a:prstGeom>
          <a:noFill/>
          <a:ln w="9525">
            <a:noFill/>
            <a:headEnd/>
            <a:tailEnd/>
          </a:ln>
        </p:spPr>
      </p:pic>
      <p:sp>
        <p:nvSpPr>
          <p:cNvPr id="6" name="Slide Number Placeholder 5"/>
          <p:cNvSpPr>
            <a:spLocks noGrp="1"/>
          </p:cNvSpPr>
          <p:nvPr>
            <p:ph idx="12" sz="quarter" type="sldNum"/>
          </p:nvPr>
        </p:nvSpPr>
        <p:spPr>
          <a:xfrm>
            <a:off x="457200" y="4975323"/>
            <a:ext cx="2133600" cy="162000"/>
          </a:xfrm>
        </p:spPr>
        <p:txBody>
          <a:bodyPr/>
          <a:lstStyle/>
          <a:p>
            <a:fld id="{C5EF2332-01BF-834F-8236-50238282D533}" type="slidenum">
              <a:rPr lang="en-US" smtClean="0"/>
              <a:t>‹Nr.›</a:t>
            </a:fld>
            <a:endParaRPr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CBED5544-6AB7-474B-90E7-556198826284}"/>
              </a:ext>
            </a:extLst>
          </p:cNvPr>
          <p:cNvSpPr>
            <a:spLocks noChangeArrowheads="1" noGrp="1"/>
          </p:cNvSpPr>
          <p:nvPr>
            <p:ph type="title"/>
          </p:nvPr>
        </p:nvSpPr>
        <p:spPr bwMode="auto">
          <a:xfrm>
            <a:off x="457200" y="87474"/>
            <a:ext cx="8458200" cy="769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lvl="0" indent="0" marL="0">
              <a:buNone/>
            </a:pPr>
            <a:r>
              <a:rPr/>
              <a:t>Template „Two Content“</a:t>
            </a:r>
          </a:p>
        </p:txBody>
      </p:sp>
      <p:sp>
        <p:nvSpPr>
          <p:cNvPr id="9" name="Inhaltsplatzhalter 2">
            <a:extLst>
              <a:ext uri="{FF2B5EF4-FFF2-40B4-BE49-F238E27FC236}">
                <a16:creationId xmlns:a16="http://schemas.microsoft.com/office/drawing/2014/main" id="{77676249-2B82-B4B1-C480-4A6FF829342D}"/>
              </a:ext>
            </a:extLst>
          </p:cNvPr>
          <p:cNvSpPr>
            <a:spLocks noGrp="1"/>
          </p:cNvSpPr>
          <p:nvPr>
            <p:ph idx="1" sz="half"/>
          </p:nvPr>
        </p:nvSpPr>
        <p:spPr/>
        <p:txBody>
          <a:bodyPr/>
          <a:lstStyle/>
          <a:p>
            <a:pPr lvl="0"/>
            <a:r>
              <a:rPr b="1"/>
              <a:t>Attack</a:t>
            </a:r>
            <a:r>
              <a:rPr/>
              <a:t> to detect applications in co-resident virtual machines</a:t>
            </a:r>
          </a:p>
          <a:p>
            <a:pPr lvl="1"/>
            <a:r>
              <a:rPr/>
              <a:t>Automatically generating signatures for individual versions and groups of versions</a:t>
            </a:r>
          </a:p>
          <a:p>
            <a:pPr lvl="1"/>
            <a:r>
              <a:rPr/>
              <a:t>Evaluation without load and under load</a:t>
            </a:r>
          </a:p>
        </p:txBody>
      </p:sp>
      <p:sp>
        <p:nvSpPr>
          <p:cNvPr id="10" name="Inhaltsplatzhalter 3">
            <a:extLst>
              <a:ext uri="{FF2B5EF4-FFF2-40B4-BE49-F238E27FC236}">
                <a16:creationId xmlns:a16="http://schemas.microsoft.com/office/drawing/2014/main" id="{E99AAAEA-D479-7EDD-3465-84A8C36EFD8C}"/>
              </a:ext>
            </a:extLst>
          </p:cNvPr>
          <p:cNvSpPr>
            <a:spLocks noGrp="1"/>
          </p:cNvSpPr>
          <p:nvPr>
            <p:ph idx="2" sz="half"/>
          </p:nvPr>
        </p:nvSpPr>
        <p:spPr/>
        <p:txBody>
          <a:bodyPr/>
          <a:lstStyle/>
          <a:p>
            <a:pPr lvl="0"/>
            <a:r>
              <a:rPr b="1"/>
              <a:t>Defence</a:t>
            </a:r>
            <a:r>
              <a:rPr/>
              <a:t> mechanism against memory deduplication side-channel attacks</a:t>
            </a:r>
          </a:p>
          <a:p>
            <a:pPr lvl="1"/>
            <a:r>
              <a:rPr/>
              <a:t>Fake deduplication of non-duplicate pages to level out write times</a:t>
            </a:r>
          </a:p>
          <a:p>
            <a:pPr lvl="1"/>
            <a:r>
              <a:rPr/>
              <a:t>Evaluation of performance impact</a:t>
            </a:r>
          </a:p>
          <a:p>
            <a:pPr lvl="1"/>
            <a:r>
              <a:rPr/>
              <a:t>Evaluation of impact on side-channel effectiveness</a:t>
            </a:r>
          </a:p>
        </p:txBody>
      </p:sp>
      <p:sp>
        <p:nvSpPr>
          <p:cNvPr id="7" name="Slide Number Placeholder 6"/>
          <p:cNvSpPr>
            <a:spLocks noGrp="1"/>
          </p:cNvSpPr>
          <p:nvPr>
            <p:ph idx="12" sz="quarter" type="sldNum"/>
          </p:nvPr>
        </p:nvSpPr>
        <p:spPr>
          <a:xfrm>
            <a:off x="457200" y="4975323"/>
            <a:ext cx="2133600" cy="162000"/>
          </a:xfrm>
        </p:spPr>
        <p:txBody>
          <a:bodyPr/>
          <a:lstStyle/>
          <a:p>
            <a:fld id="{C5EF2332-01BF-834F-8236-50238282D533}" type="slidenum">
              <a:rPr lang="en-US" smtClean="0"/>
              <a:t>‹Nr.›</a:t>
            </a:fld>
            <a:endParaRPr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CBED5544-6AB7-474B-90E7-556198826284}"/>
              </a:ext>
            </a:extLst>
          </p:cNvPr>
          <p:cNvSpPr>
            <a:spLocks noChangeArrowheads="1" noGrp="1"/>
          </p:cNvSpPr>
          <p:nvPr>
            <p:ph type="title"/>
          </p:nvPr>
        </p:nvSpPr>
        <p:spPr bwMode="auto">
          <a:xfrm>
            <a:off x="457200" y="87474"/>
            <a:ext cx="8458200" cy="769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lvl="0" indent="0" marL="0">
              <a:buNone/>
            </a:pPr>
            <a:r>
              <a:rPr/>
              <a:t>Template „Comparison“</a:t>
            </a:r>
          </a:p>
        </p:txBody>
      </p:sp>
      <p:sp>
        <p:nvSpPr>
          <p:cNvPr id="9" name="Inhaltsplatzhalter 2">
            <a:extLst>
              <a:ext uri="{FF2B5EF4-FFF2-40B4-BE49-F238E27FC236}">
                <a16:creationId xmlns:a16="http://schemas.microsoft.com/office/drawing/2014/main" id="{77676249-2B82-B4B1-C480-4A6FF829342D}"/>
              </a:ext>
            </a:extLst>
          </p:cNvPr>
          <p:cNvSpPr>
            <a:spLocks noGrp="1"/>
          </p:cNvSpPr>
          <p:nvPr>
            <p:ph idx="1" sz="half"/>
          </p:nvPr>
        </p:nvSpPr>
        <p:spPr/>
        <p:txBody>
          <a:bodyPr/>
          <a:lstStyle/>
          <a:p>
            <a:pPr lvl="0"/>
            <a:r>
              <a:rPr/>
              <a:t>Two Content</a:t>
            </a:r>
          </a:p>
          <a:p>
            <a:pPr lvl="1"/>
            <a:r>
              <a:rPr/>
              <a:t>This layout is used for two-column slides, i.e. slides containing a div with class columns which contains at least two divs with class column.</a:t>
            </a:r>
          </a:p>
          <a:p>
            <a:pPr lvl="0"/>
            <a:r>
              <a:rPr/>
              <a:t>Comparison</a:t>
            </a:r>
          </a:p>
          <a:p>
            <a:pPr lvl="1"/>
            <a:r>
              <a:rPr/>
              <a:t>This layout is used instead of “Two Content” for any two-column slides in which at least one column contains text followed by non-text (e.g. an image or a table).</a:t>
            </a:r>
          </a:p>
          <a:p>
            <a:pPr lvl="0"/>
            <a:r>
              <a:rPr/>
              <a:t>siehe auch</a:t>
            </a:r>
          </a:p>
          <a:p>
            <a:pPr lvl="1"/>
            <a:r>
              <a:rPr/>
              <a:t>https://pandoc.org/MANUAL.html#powerpoint-layout-choice</a:t>
            </a:r>
          </a:p>
        </p:txBody>
      </p:sp>
      <p:graphicFrame>
        <p:nvGraphicFramePr>
          <p:cNvPr id="6" name="Content Placeholder 5"/>
          <p:cNvGraphicFramePr>
            <a:graphicFrameLocks noGrp="1"/>
          </p:cNvGraphicFramePr>
          <p:nvPr>
            <p:ph idx="1"/>
          </p:nvPr>
        </p:nvGraphicFramePr>
        <p:xfrm>
          <a:off x="4762500" y="914400"/>
          <a:ext cx="4152900" cy="4114800"/>
        </p:xfrm>
        <a:graphic>
          <a:graphicData uri="http://schemas.openxmlformats.org/drawingml/2006/table">
            <a:tbl>
              <a:tblPr firstRow="1" bandRow="1">
                <a:tableStyleId>{5C22544A-7EE6-4342-B048-85BDC9FD1C3A}</a:tableStyleId>
              </a:tblPr>
              <a:tblGrid>
                <a:gridCol w="1384300"/>
                <a:gridCol w="1384300"/>
                <a:gridCol w="1384300"/>
              </a:tblGrid>
              <a:tr h="0">
                <a:tc>
                  <a:txBody>
                    <a:bodyPr/>
                    <a:lstStyle/>
                    <a:p>
                      <a:pPr lvl="0" indent="0" marL="0" algn="ctr">
                        <a:buNone/>
                      </a:pPr>
                      <a:r>
                        <a:rPr/>
                        <a:t>Year</a:t>
                      </a:r>
                    </a:p>
                  </a:txBody>
                  <a:tcPr/>
                </a:tc>
                <a:tc>
                  <a:txBody>
                    <a:bodyPr/>
                    <a:lstStyle/>
                    <a:p>
                      <a:pPr lvl="0" indent="0" marL="0" algn="r">
                        <a:buNone/>
                      </a:pPr>
                      <a:r>
                        <a:rPr/>
                        <a:t>Low</a:t>
                      </a:r>
                    </a:p>
                  </a:txBody>
                  <a:tcPr/>
                </a:tc>
                <a:tc>
                  <a:txBody>
                    <a:bodyPr/>
                    <a:lstStyle/>
                    <a:p>
                      <a:pPr lvl="0" indent="0" marL="0" algn="r">
                        <a:buNone/>
                      </a:pPr>
                      <a:r>
                        <a:rPr/>
                        <a:t>High</a:t>
                      </a:r>
                    </a:p>
                  </a:txBody>
                  <a:tcPr/>
                </a:tc>
              </a:tr>
              <a:tr h="0">
                <a:tc>
                  <a:txBody>
                    <a:bodyPr/>
                    <a:lstStyle/>
                    <a:p>
                      <a:pPr lvl="0" indent="0" marL="0" algn="ctr">
                        <a:buNone/>
                      </a:pPr>
                      <a:r>
                        <a:rPr/>
                        <a:t>1900</a:t>
                      </a:r>
                    </a:p>
                  </a:txBody>
                </a:tc>
                <a:tc>
                  <a:txBody>
                    <a:bodyPr/>
                    <a:lstStyle/>
                    <a:p>
                      <a:pPr lvl="0" indent="0" marL="0" algn="r">
                        <a:buNone/>
                      </a:pPr>
                      <a:r>
                        <a:rPr/>
                        <a:t>-10</a:t>
                      </a:r>
                    </a:p>
                  </a:txBody>
                </a:tc>
                <a:tc>
                  <a:txBody>
                    <a:bodyPr/>
                    <a:lstStyle/>
                    <a:p>
                      <a:pPr lvl="0" indent="0" marL="0" algn="r">
                        <a:buNone/>
                      </a:pPr>
                      <a:r>
                        <a:rPr/>
                        <a:t>25</a:t>
                      </a:r>
                    </a:p>
                  </a:txBody>
                </a:tc>
              </a:tr>
              <a:tr h="0">
                <a:tc>
                  <a:txBody>
                    <a:bodyPr/>
                    <a:lstStyle/>
                    <a:p>
                      <a:pPr lvl="0" indent="0" marL="0" algn="ctr">
                        <a:buNone/>
                      </a:pPr>
                      <a:r>
                        <a:rPr/>
                        <a:t>1910</a:t>
                      </a:r>
                    </a:p>
                  </a:txBody>
                </a:tc>
                <a:tc>
                  <a:txBody>
                    <a:bodyPr/>
                    <a:lstStyle/>
                    <a:p>
                      <a:pPr lvl="0" indent="0" marL="0" algn="r">
                        <a:buNone/>
                      </a:pPr>
                      <a:r>
                        <a:rPr/>
                        <a:t>-15</a:t>
                      </a:r>
                    </a:p>
                  </a:txBody>
                </a:tc>
                <a:tc>
                  <a:txBody>
                    <a:bodyPr/>
                    <a:lstStyle/>
                    <a:p>
                      <a:pPr lvl="0" indent="0" marL="0" algn="r">
                        <a:buNone/>
                      </a:pPr>
                      <a:r>
                        <a:rPr/>
                        <a:t>30</a:t>
                      </a:r>
                    </a:p>
                  </a:txBody>
                </a:tc>
              </a:tr>
              <a:tr h="0">
                <a:tc>
                  <a:txBody>
                    <a:bodyPr/>
                    <a:lstStyle/>
                    <a:p>
                      <a:pPr lvl="0" indent="0" marL="0" algn="ctr">
                        <a:buNone/>
                      </a:pPr>
                      <a:r>
                        <a:rPr/>
                        <a:t>1920</a:t>
                      </a:r>
                    </a:p>
                  </a:txBody>
                </a:tc>
                <a:tc>
                  <a:txBody>
                    <a:bodyPr/>
                    <a:lstStyle/>
                    <a:p>
                      <a:pPr lvl="0" indent="0" marL="0" algn="r">
                        <a:buNone/>
                      </a:pPr>
                      <a:r>
                        <a:rPr/>
                        <a:t>-10</a:t>
                      </a:r>
                    </a:p>
                  </a:txBody>
                </a:tc>
                <a:tc>
                  <a:txBody>
                    <a:bodyPr/>
                    <a:lstStyle/>
                    <a:p>
                      <a:pPr lvl="0" indent="0" marL="0" algn="r">
                        <a:buNone/>
                      </a:pPr>
                      <a:r>
                        <a:rPr/>
                        <a:t>32</a:t>
                      </a:r>
                    </a:p>
                  </a:txBody>
                </a:tc>
              </a:tr>
            </a:tbl>
          </a:graphicData>
        </a:graphic>
      </p:graphicFrame>
      <p:sp>
        <p:nvSpPr>
          <p:cNvPr id="7" name="Slide Number Placeholder 6"/>
          <p:cNvSpPr>
            <a:spLocks noGrp="1"/>
          </p:cNvSpPr>
          <p:nvPr>
            <p:ph idx="12" sz="quarter" type="sldNum"/>
          </p:nvPr>
        </p:nvSpPr>
        <p:spPr>
          <a:xfrm>
            <a:off x="457200" y="4975323"/>
            <a:ext cx="2133600" cy="162000"/>
          </a:xfrm>
        </p:spPr>
        <p:txBody>
          <a:bodyPr/>
          <a:lstStyle/>
          <a:p>
            <a:fld id="{C5EF2332-01BF-834F-8236-50238282D533}" type="slidenum">
              <a:rPr lang="en-US" smtClean="0"/>
              <a:t>‹Nr.›</a:t>
            </a:fld>
            <a:endParaRPr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3F0FD5E3-F545-0298-9271-AD6BB0887C77}"/>
              </a:ext>
            </a:extLst>
          </p:cNvPr>
          <p:cNvSpPr>
            <a:spLocks noChangeArrowheads="1" noGrp="1"/>
          </p:cNvSpPr>
          <p:nvPr>
            <p:ph type="title"/>
          </p:nvPr>
        </p:nvSpPr>
        <p:spPr bwMode="auto">
          <a:xfrm>
            <a:off x="457200" y="87474"/>
            <a:ext cx="8458200" cy="769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lvl="0" indent="0" marL="0">
              <a:buNone/>
            </a:pPr>
            <a:r>
              <a:rPr/>
              <a:t>Pandoc User’s Guide</a:t>
            </a:r>
          </a:p>
        </p:txBody>
      </p:sp>
      <p:sp>
        <p:nvSpPr>
          <p:cNvPr id="12" name="Inhaltsplatzhalter 11">
            <a:extLst>
              <a:ext uri="{FF2B5EF4-FFF2-40B4-BE49-F238E27FC236}">
                <a16:creationId xmlns:a16="http://schemas.microsoft.com/office/drawing/2014/main" id="{B50D7558-0277-B566-1639-C35719A3BFBA}"/>
              </a:ext>
            </a:extLst>
          </p:cNvPr>
          <p:cNvSpPr>
            <a:spLocks noGrp="1"/>
          </p:cNvSpPr>
          <p:nvPr>
            <p:ph idx="13" sz="quarter"/>
          </p:nvPr>
        </p:nvSpPr>
        <p:spPr/>
        <p:txBody>
          <a:bodyPr/>
          <a:lstStyle/>
          <a:p>
            <a:pPr lvl="0"/>
            <a:r>
              <a:rPr/>
              <a:t>Nützliche Links</a:t>
            </a:r>
          </a:p>
          <a:p>
            <a:pPr lvl="1"/>
            <a:r>
              <a:rPr/>
              <a:t>https://pandoc.org/MANUAL.html</a:t>
            </a:r>
          </a:p>
          <a:p>
            <a:pPr lvl="1"/>
            <a:r>
              <a:rPr/>
              <a:t>https://pandoc.org/MANUAL.html#powerpoint-layout-choice</a:t>
            </a:r>
          </a:p>
        </p:txBody>
      </p:sp>
      <p:sp>
        <p:nvSpPr>
          <p:cNvPr id="6" name="Slide Number Placeholder 5"/>
          <p:cNvSpPr>
            <a:spLocks noGrp="1"/>
          </p:cNvSpPr>
          <p:nvPr>
            <p:ph idx="12" sz="quarter" type="sldNum"/>
          </p:nvPr>
        </p:nvSpPr>
        <p:spPr>
          <a:xfrm>
            <a:off x="457200" y="4975323"/>
            <a:ext cx="2133600" cy="162000"/>
          </a:xfrm>
        </p:spPr>
        <p:txBody>
          <a:bodyPr/>
          <a:lstStyle/>
          <a:p>
            <a:fld id="{C5EF2332-01BF-834F-8236-50238282D533}" type="slidenum">
              <a:rPr lang="en-US" smtClean="0"/>
              <a:t>‹Nr.›</a:t>
            </a:fld>
            <a:endParaRPr lang="en-US"/>
          </a:p>
        </p:txBody>
      </p:sp>
    </p:spTree>
  </p:cSld>
</p:sld>
</file>

<file path=ppt/theme/theme1.xml><?xml version="1.0" encoding="utf-8"?>
<a:theme xmlns:a="http://schemas.openxmlformats.org/drawingml/2006/main" name="Office Theme">
  <a:themeElements>
    <a:clrScheme name="SVSTemplate2023">
      <a:dk1>
        <a:srgbClr val="000000"/>
      </a:dk1>
      <a:lt1>
        <a:srgbClr val="FFFFFF"/>
      </a:lt1>
      <a:dk2>
        <a:srgbClr val="325786"/>
      </a:dk2>
      <a:lt2>
        <a:srgbClr val="B2B2B2"/>
      </a:lt2>
      <a:accent1>
        <a:srgbClr val="99CCFF"/>
      </a:accent1>
      <a:accent2>
        <a:srgbClr val="C1212A"/>
      </a:accent2>
      <a:accent3>
        <a:srgbClr val="9BBB59"/>
      </a:accent3>
      <a:accent4>
        <a:srgbClr val="8064A2"/>
      </a:accent4>
      <a:accent5>
        <a:srgbClr val="C9E1FF"/>
      </a:accent5>
      <a:accent6>
        <a:srgbClr val="F79646"/>
      </a:accent6>
      <a:hlink>
        <a:srgbClr val="335786"/>
      </a:hlink>
      <a:folHlink>
        <a:srgbClr val="33578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498</Words>
  <Application>Microsoft Macintosh PowerPoint</Application>
  <PresentationFormat>Bildschirmpräsentation (16:9)</PresentationFormat>
  <Paragraphs>104</Paragraphs>
  <Slides>7</Slides>
  <Notes>2</Notes>
  <HiddenSlides>0</HiddenSlides>
  <MMClips>0</MMClips>
  <ScaleCrop>false</ScaleCrop>
  <HeadingPairs>
    <vt:vector size="8" baseType="variant">
      <vt:variant>
        <vt:lpstr>Verwendete Schriftarten</vt:lpstr>
      </vt:variant>
      <vt:variant>
        <vt:i4>3</vt:i4>
      </vt:variant>
      <vt:variant>
        <vt:lpstr>Design</vt:lpstr>
      </vt:variant>
      <vt:variant>
        <vt:i4>1</vt:i4>
      </vt:variant>
      <vt:variant>
        <vt:lpstr>Eingebettete OLE-Server</vt:lpstr>
      </vt:variant>
      <vt:variant>
        <vt:i4>1</vt:i4>
      </vt:variant>
      <vt:variant>
        <vt:lpstr>Folientitel</vt:lpstr>
      </vt:variant>
      <vt:variant>
        <vt:i4>7</vt:i4>
      </vt:variant>
    </vt:vector>
  </HeadingPairs>
  <TitlesOfParts>
    <vt:vector size="12" baseType="lpstr">
      <vt:lpstr>Arial</vt:lpstr>
      <vt:lpstr>Calibri</vt:lpstr>
      <vt:lpstr>Wingdings</vt:lpstr>
      <vt:lpstr>Office Theme</vt:lpstr>
      <vt:lpstr>Clip</vt:lpstr>
      <vt:lpstr>Template für Folien</vt:lpstr>
      <vt:lpstr>Einführung</vt:lpstr>
      <vt:lpstr>Beispiel für eine Abbildung</vt:lpstr>
      <vt:lpstr>Beispiel für eine Abbildung</vt:lpstr>
      <vt:lpstr>Arten von Pseudonymen</vt:lpstr>
      <vt:lpstr>Zweispaltiges Layout</vt:lpstr>
      <vt:lpstr>Zusammenfassung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für Folien</dc:title>
  <dc:creator>Prof. Dr. Hannes Federrath; 12.10.2023</dc:creator>
  <cp:keywords/>
  <dcterms:created xsi:type="dcterms:W3CDTF">2023-10-12T09:23:50Z</dcterms:created>
  <dcterms:modified xsi:type="dcterms:W3CDTF">2023-10-12T09:23:50Z</dcterms:modified>
</cp:coreProperties>
</file>

<file path=docProps/custom.xml><?xml version="1.0" encoding="utf-8"?>
<Properties xmlns="http://schemas.openxmlformats.org/officeDocument/2006/custom-properties" xmlns:vt="http://schemas.openxmlformats.org/officeDocument/2006/docPropsVTypes"/>
</file>